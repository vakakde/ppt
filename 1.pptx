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4" r:id="rId6"/>
    <p:sldId id="265" r:id="rId7"/>
    <p:sldId id="266" r:id="rId8"/>
    <p:sldId id="267" r:id="rId9"/>
    <p:sldId id="268" r:id="rId10"/>
    <p:sldId id="269" r:id="rId11"/>
    <p:sldId id="270" r:id="rId12"/>
    <p:sldId id="271" r:id="rId13"/>
    <p:sldId id="272" r:id="rId14"/>
    <p:sldId id="273" r:id="rId15"/>
    <p:sldId id="261" r:id="rId16"/>
    <p:sldId id="274" r:id="rId17"/>
    <p:sldId id="262" r:id="rId18"/>
    <p:sldId id="275" r:id="rId19"/>
    <p:sldId id="276" r:id="rId20"/>
    <p:sldId id="277" r:id="rId21"/>
    <p:sldId id="278" r:id="rId22"/>
    <p:sldId id="279" r:id="rId23"/>
    <p:sldId id="280" r:id="rId24"/>
    <p:sldId id="281" r:id="rId25"/>
    <p:sldId id="282" r:id="rId26"/>
    <p:sldId id="283" r:id="rId27"/>
    <p:sldId id="284" r:id="rId28"/>
    <p:sldId id="285" r:id="rId29"/>
    <p:sldId id="287" r:id="rId30"/>
    <p:sldId id="289" r:id="rId31"/>
    <p:sldId id="288" r:id="rId32"/>
    <p:sldId id="286" r:id="rId33"/>
    <p:sldId id="290" r:id="rId34"/>
    <p:sldId id="291"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_rels/data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5" Type="http://schemas.openxmlformats.org/officeDocument/2006/relationships/image" Target="../media/image10.svg"/><Relationship Id="rId4" Type="http://schemas.openxmlformats.org/officeDocument/2006/relationships/image" Target="../media/image9.svg"/></Relationships>
</file>

<file path=ppt/diagrams/_rels/data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 Id="rId4" Type="http://schemas.openxmlformats.org/officeDocument/2006/relationships/image" Target="../media/image14.svg"/></Relationships>
</file>

<file path=ppt/diagrams/_rels/data1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image" Target="../media/image19.svg"/><Relationship Id="rId4" Type="http://schemas.openxmlformats.org/officeDocument/2006/relationships/image" Target="../media/image22.svg"/></Relationships>
</file>

<file path=ppt/diagrams/_rels/data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1.svg"/><Relationship Id="rId1" Type="http://schemas.openxmlformats.org/officeDocument/2006/relationships/image" Target="../media/image23.svg"/><Relationship Id="rId4" Type="http://schemas.openxmlformats.org/officeDocument/2006/relationships/image" Target="../media/image19.svg"/></Relationships>
</file>

<file path=ppt/diagrams/_rels/data1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image" Target="../media/image24.svg"/></Relationships>
</file>

<file path=ppt/diagrams/_rels/data1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image" Target="../media/image27.svg"/></Relationships>
</file>

<file path=ppt/diagrams/_rels/data18.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image" Target="../media/image30.svg"/></Relationships>
</file>

<file path=ppt/diagrams/_rels/drawing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5" Type="http://schemas.openxmlformats.org/officeDocument/2006/relationships/image" Target="../media/image10.svg"/><Relationship Id="rId4" Type="http://schemas.openxmlformats.org/officeDocument/2006/relationships/image" Target="../media/image9.svg"/></Relationships>
</file>

<file path=ppt/diagrams/_rels/drawing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 Id="rId4" Type="http://schemas.openxmlformats.org/officeDocument/2006/relationships/image" Target="../media/image14.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image" Target="../media/image19.svg"/><Relationship Id="rId4" Type="http://schemas.openxmlformats.org/officeDocument/2006/relationships/image" Target="../media/image22.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1.svg"/><Relationship Id="rId1" Type="http://schemas.openxmlformats.org/officeDocument/2006/relationships/image" Target="../media/image23.svg"/><Relationship Id="rId4" Type="http://schemas.openxmlformats.org/officeDocument/2006/relationships/image" Target="../media/image19.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image" Target="../media/image24.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image" Target="../media/image27.svg"/></Relationships>
</file>

<file path=ppt/diagrams/_rels/drawing18.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image" Target="../media/image3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846C13FE-C4AE-4CF6-B8C9-A0E8D286765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C656E38-A175-4041-9E23-3E00F9528EC9}">
      <dgm:prSet/>
      <dgm:spPr/>
      <dgm:t>
        <a:bodyPr/>
        <a:lstStyle/>
        <a:p>
          <a:r>
            <a:rPr lang="en-IN" b="1"/>
            <a:t>Disk Forensics</a:t>
          </a:r>
          <a:r>
            <a:rPr lang="en-IN"/>
            <a:t>: Involves extracting data from storage devices, including hard drives, to recover active, modified, or deleted files.</a:t>
          </a:r>
          <a:endParaRPr lang="en-US"/>
        </a:p>
      </dgm:t>
    </dgm:pt>
    <dgm:pt modelId="{4A96EC74-A9EC-4BAB-87E8-2C8FD2FE9D08}" type="parTrans" cxnId="{A4679D38-79DF-4620-B0C7-57E9E21BBD1F}">
      <dgm:prSet/>
      <dgm:spPr/>
      <dgm:t>
        <a:bodyPr/>
        <a:lstStyle/>
        <a:p>
          <a:endParaRPr lang="en-US"/>
        </a:p>
      </dgm:t>
    </dgm:pt>
    <dgm:pt modelId="{962BE725-B40A-456A-ADE4-9FF8473F97AB}" type="sibTrans" cxnId="{A4679D38-79DF-4620-B0C7-57E9E21BBD1F}">
      <dgm:prSet/>
      <dgm:spPr/>
      <dgm:t>
        <a:bodyPr/>
        <a:lstStyle/>
        <a:p>
          <a:endParaRPr lang="en-US"/>
        </a:p>
      </dgm:t>
    </dgm:pt>
    <dgm:pt modelId="{D6D0FA0C-E399-422C-B749-76AA92F53026}">
      <dgm:prSet/>
      <dgm:spPr/>
      <dgm:t>
        <a:bodyPr/>
        <a:lstStyle/>
        <a:p>
          <a:r>
            <a:rPr lang="en-IN" b="1"/>
            <a:t>Network Forensics</a:t>
          </a:r>
          <a:r>
            <a:rPr lang="en-IN"/>
            <a:t>: Focuses on monitoring and analyzing network traffic to trace unauthorized access or data breaches.</a:t>
          </a:r>
          <a:endParaRPr lang="en-US"/>
        </a:p>
      </dgm:t>
    </dgm:pt>
    <dgm:pt modelId="{5CCA849B-B408-4D70-A2C8-376B012A8494}" type="parTrans" cxnId="{51EB1122-1667-4C31-AF5B-9FEE8BAA95C2}">
      <dgm:prSet/>
      <dgm:spPr/>
      <dgm:t>
        <a:bodyPr/>
        <a:lstStyle/>
        <a:p>
          <a:endParaRPr lang="en-US"/>
        </a:p>
      </dgm:t>
    </dgm:pt>
    <dgm:pt modelId="{FCF198BB-2938-4A4A-B08B-A8B3D6C28020}" type="sibTrans" cxnId="{51EB1122-1667-4C31-AF5B-9FEE8BAA95C2}">
      <dgm:prSet/>
      <dgm:spPr/>
      <dgm:t>
        <a:bodyPr/>
        <a:lstStyle/>
        <a:p>
          <a:endParaRPr lang="en-US"/>
        </a:p>
      </dgm:t>
    </dgm:pt>
    <dgm:pt modelId="{43215133-6E79-4B08-95E2-E509C8D5DE2B}">
      <dgm:prSet/>
      <dgm:spPr/>
      <dgm:t>
        <a:bodyPr/>
        <a:lstStyle/>
        <a:p>
          <a:r>
            <a:rPr lang="en-IN" b="1"/>
            <a:t>Database Forensics</a:t>
          </a:r>
          <a:r>
            <a:rPr lang="en-IN"/>
            <a:t>: Examines databases and their metadata to uncover evidence of tampering or unauthorized access.</a:t>
          </a:r>
          <a:endParaRPr lang="en-US"/>
        </a:p>
      </dgm:t>
    </dgm:pt>
    <dgm:pt modelId="{8B4BD256-9040-4DBF-82FE-5871A47F6B42}" type="parTrans" cxnId="{D61719D8-3F5F-42A0-9218-93C7F145BF43}">
      <dgm:prSet/>
      <dgm:spPr/>
      <dgm:t>
        <a:bodyPr/>
        <a:lstStyle/>
        <a:p>
          <a:endParaRPr lang="en-US"/>
        </a:p>
      </dgm:t>
    </dgm:pt>
    <dgm:pt modelId="{0919B754-5038-42BD-BD4C-1BF78D3DD813}" type="sibTrans" cxnId="{D61719D8-3F5F-42A0-9218-93C7F145BF43}">
      <dgm:prSet/>
      <dgm:spPr/>
      <dgm:t>
        <a:bodyPr/>
        <a:lstStyle/>
        <a:p>
          <a:endParaRPr lang="en-US"/>
        </a:p>
      </dgm:t>
    </dgm:pt>
    <dgm:pt modelId="{6BCC07E8-2B13-406D-AD96-BA1531330A89}">
      <dgm:prSet/>
      <dgm:spPr/>
      <dgm:t>
        <a:bodyPr/>
        <a:lstStyle/>
        <a:p>
          <a:r>
            <a:rPr lang="en-IN" b="1"/>
            <a:t>Malware Forensics</a:t>
          </a:r>
          <a:r>
            <a:rPr lang="en-IN"/>
            <a:t>: Analyzes malicious software to understand its behavior and impact, helping to develop countermeasures.</a:t>
          </a:r>
          <a:endParaRPr lang="en-US"/>
        </a:p>
      </dgm:t>
    </dgm:pt>
    <dgm:pt modelId="{616ACA2E-FF27-4399-B029-92E88AF519F8}" type="parTrans" cxnId="{B7DCEAFB-D393-4AF2-B918-B7A21A574041}">
      <dgm:prSet/>
      <dgm:spPr/>
      <dgm:t>
        <a:bodyPr/>
        <a:lstStyle/>
        <a:p>
          <a:endParaRPr lang="en-US"/>
        </a:p>
      </dgm:t>
    </dgm:pt>
    <dgm:pt modelId="{4688C6A1-66A9-49C9-A437-7662CDD92BC8}" type="sibTrans" cxnId="{B7DCEAFB-D393-4AF2-B918-B7A21A574041}">
      <dgm:prSet/>
      <dgm:spPr/>
      <dgm:t>
        <a:bodyPr/>
        <a:lstStyle/>
        <a:p>
          <a:endParaRPr lang="en-US"/>
        </a:p>
      </dgm:t>
    </dgm:pt>
    <dgm:pt modelId="{2B2C4219-CFBE-4099-B0D1-557666B3BC82}">
      <dgm:prSet/>
      <dgm:spPr/>
      <dgm:t>
        <a:bodyPr/>
        <a:lstStyle/>
        <a:p>
          <a:r>
            <a:rPr lang="en-IN" b="1"/>
            <a:t>Email Forensics</a:t>
          </a:r>
          <a:r>
            <a:rPr lang="en-IN"/>
            <a:t>: Involves recovering and analyzing emails, including deleted messages and attachments, to gather evidence.</a:t>
          </a:r>
          <a:endParaRPr lang="en-US"/>
        </a:p>
      </dgm:t>
    </dgm:pt>
    <dgm:pt modelId="{84D7D48E-82DF-403C-91F3-028F9CA38097}" type="parTrans" cxnId="{20F63D29-C0B5-4C60-ADF1-6ED04C8BF1C4}">
      <dgm:prSet/>
      <dgm:spPr/>
      <dgm:t>
        <a:bodyPr/>
        <a:lstStyle/>
        <a:p>
          <a:endParaRPr lang="en-US"/>
        </a:p>
      </dgm:t>
    </dgm:pt>
    <dgm:pt modelId="{E4C25391-F112-417F-B048-DB309255F5DB}" type="sibTrans" cxnId="{20F63D29-C0B5-4C60-ADF1-6ED04C8BF1C4}">
      <dgm:prSet/>
      <dgm:spPr/>
      <dgm:t>
        <a:bodyPr/>
        <a:lstStyle/>
        <a:p>
          <a:endParaRPr lang="en-US"/>
        </a:p>
      </dgm:t>
    </dgm:pt>
    <dgm:pt modelId="{23EFE20F-D71A-421A-99B3-8E7D0FCABB91}">
      <dgm:prSet/>
      <dgm:spPr/>
      <dgm:t>
        <a:bodyPr/>
        <a:lstStyle/>
        <a:p>
          <a:r>
            <a:rPr lang="en-IN" b="1"/>
            <a:t>Mobile Forensics</a:t>
          </a:r>
          <a:r>
            <a:rPr lang="en-IN"/>
            <a:t>: Examines smartphones and tablets to retrieve data such as contacts, messages, and call logs.</a:t>
          </a:r>
          <a:endParaRPr lang="en-US"/>
        </a:p>
      </dgm:t>
    </dgm:pt>
    <dgm:pt modelId="{270B915D-44E9-4E93-B8DE-99C71B2286C8}" type="parTrans" cxnId="{0507BA74-CC92-42D0-91AC-5852E0B9DFC9}">
      <dgm:prSet/>
      <dgm:spPr/>
      <dgm:t>
        <a:bodyPr/>
        <a:lstStyle/>
        <a:p>
          <a:endParaRPr lang="en-US"/>
        </a:p>
      </dgm:t>
    </dgm:pt>
    <dgm:pt modelId="{91A44577-C1CF-4D45-BAEE-8A58BCAED327}" type="sibTrans" cxnId="{0507BA74-CC92-42D0-91AC-5852E0B9DFC9}">
      <dgm:prSet/>
      <dgm:spPr/>
      <dgm:t>
        <a:bodyPr/>
        <a:lstStyle/>
        <a:p>
          <a:endParaRPr lang="en-US"/>
        </a:p>
      </dgm:t>
    </dgm:pt>
    <dgm:pt modelId="{47A6CBE4-57B7-457D-BD32-6D7CD9C90CE8}" type="pres">
      <dgm:prSet presAssocID="{846C13FE-C4AE-4CF6-B8C9-A0E8D2867655}" presName="linear" presStyleCnt="0">
        <dgm:presLayoutVars>
          <dgm:animLvl val="lvl"/>
          <dgm:resizeHandles val="exact"/>
        </dgm:presLayoutVars>
      </dgm:prSet>
      <dgm:spPr/>
    </dgm:pt>
    <dgm:pt modelId="{FC9A1824-D23D-42BB-805D-4EF03E77A3F4}" type="pres">
      <dgm:prSet presAssocID="{9C656E38-A175-4041-9E23-3E00F9528EC9}" presName="parentText" presStyleLbl="node1" presStyleIdx="0" presStyleCnt="6">
        <dgm:presLayoutVars>
          <dgm:chMax val="0"/>
          <dgm:bulletEnabled val="1"/>
        </dgm:presLayoutVars>
      </dgm:prSet>
      <dgm:spPr/>
    </dgm:pt>
    <dgm:pt modelId="{0E28C664-1C37-4F36-AC5D-0F03CC2F63A5}" type="pres">
      <dgm:prSet presAssocID="{962BE725-B40A-456A-ADE4-9FF8473F97AB}" presName="spacer" presStyleCnt="0"/>
      <dgm:spPr/>
    </dgm:pt>
    <dgm:pt modelId="{244237B7-3CEF-4B71-BDD8-376986966BAC}" type="pres">
      <dgm:prSet presAssocID="{D6D0FA0C-E399-422C-B749-76AA92F53026}" presName="parentText" presStyleLbl="node1" presStyleIdx="1" presStyleCnt="6">
        <dgm:presLayoutVars>
          <dgm:chMax val="0"/>
          <dgm:bulletEnabled val="1"/>
        </dgm:presLayoutVars>
      </dgm:prSet>
      <dgm:spPr/>
    </dgm:pt>
    <dgm:pt modelId="{ED019BD0-B319-49C6-A6B5-0E673CE754CE}" type="pres">
      <dgm:prSet presAssocID="{FCF198BB-2938-4A4A-B08B-A8B3D6C28020}" presName="spacer" presStyleCnt="0"/>
      <dgm:spPr/>
    </dgm:pt>
    <dgm:pt modelId="{D2A75402-48E9-48BF-86CA-1F1A721A18DB}" type="pres">
      <dgm:prSet presAssocID="{43215133-6E79-4B08-95E2-E509C8D5DE2B}" presName="parentText" presStyleLbl="node1" presStyleIdx="2" presStyleCnt="6">
        <dgm:presLayoutVars>
          <dgm:chMax val="0"/>
          <dgm:bulletEnabled val="1"/>
        </dgm:presLayoutVars>
      </dgm:prSet>
      <dgm:spPr/>
    </dgm:pt>
    <dgm:pt modelId="{6E42E4E2-FE1B-4B81-A788-BDFDC82AD6A6}" type="pres">
      <dgm:prSet presAssocID="{0919B754-5038-42BD-BD4C-1BF78D3DD813}" presName="spacer" presStyleCnt="0"/>
      <dgm:spPr/>
    </dgm:pt>
    <dgm:pt modelId="{397F7970-3A1F-4B53-AC22-524DAC9E50E4}" type="pres">
      <dgm:prSet presAssocID="{6BCC07E8-2B13-406D-AD96-BA1531330A89}" presName="parentText" presStyleLbl="node1" presStyleIdx="3" presStyleCnt="6">
        <dgm:presLayoutVars>
          <dgm:chMax val="0"/>
          <dgm:bulletEnabled val="1"/>
        </dgm:presLayoutVars>
      </dgm:prSet>
      <dgm:spPr/>
    </dgm:pt>
    <dgm:pt modelId="{B8BDAFFE-5533-4160-A2E6-77449BDD3091}" type="pres">
      <dgm:prSet presAssocID="{4688C6A1-66A9-49C9-A437-7662CDD92BC8}" presName="spacer" presStyleCnt="0"/>
      <dgm:spPr/>
    </dgm:pt>
    <dgm:pt modelId="{833BE6E8-76C2-4A51-8768-ADBE7F47753C}" type="pres">
      <dgm:prSet presAssocID="{2B2C4219-CFBE-4099-B0D1-557666B3BC82}" presName="parentText" presStyleLbl="node1" presStyleIdx="4" presStyleCnt="6">
        <dgm:presLayoutVars>
          <dgm:chMax val="0"/>
          <dgm:bulletEnabled val="1"/>
        </dgm:presLayoutVars>
      </dgm:prSet>
      <dgm:spPr/>
    </dgm:pt>
    <dgm:pt modelId="{0E597904-D345-425C-98DD-A1ADF722CED3}" type="pres">
      <dgm:prSet presAssocID="{E4C25391-F112-417F-B048-DB309255F5DB}" presName="spacer" presStyleCnt="0"/>
      <dgm:spPr/>
    </dgm:pt>
    <dgm:pt modelId="{4449169B-A3A6-4D28-AC89-BB96CFBDD9C2}" type="pres">
      <dgm:prSet presAssocID="{23EFE20F-D71A-421A-99B3-8E7D0FCABB91}" presName="parentText" presStyleLbl="node1" presStyleIdx="5" presStyleCnt="6">
        <dgm:presLayoutVars>
          <dgm:chMax val="0"/>
          <dgm:bulletEnabled val="1"/>
        </dgm:presLayoutVars>
      </dgm:prSet>
      <dgm:spPr/>
    </dgm:pt>
  </dgm:ptLst>
  <dgm:cxnLst>
    <dgm:cxn modelId="{D66D5209-6002-44A4-9F60-6387BA55B6B2}" type="presOf" srcId="{2B2C4219-CFBE-4099-B0D1-557666B3BC82}" destId="{833BE6E8-76C2-4A51-8768-ADBE7F47753C}" srcOrd="0" destOrd="0" presId="urn:microsoft.com/office/officeart/2005/8/layout/vList2"/>
    <dgm:cxn modelId="{51EB1122-1667-4C31-AF5B-9FEE8BAA95C2}" srcId="{846C13FE-C4AE-4CF6-B8C9-A0E8D2867655}" destId="{D6D0FA0C-E399-422C-B749-76AA92F53026}" srcOrd="1" destOrd="0" parTransId="{5CCA849B-B408-4D70-A2C8-376B012A8494}" sibTransId="{FCF198BB-2938-4A4A-B08B-A8B3D6C28020}"/>
    <dgm:cxn modelId="{AD55FC24-CCCC-4E4A-809D-34E9970F994C}" type="presOf" srcId="{846C13FE-C4AE-4CF6-B8C9-A0E8D2867655}" destId="{47A6CBE4-57B7-457D-BD32-6D7CD9C90CE8}" srcOrd="0" destOrd="0" presId="urn:microsoft.com/office/officeart/2005/8/layout/vList2"/>
    <dgm:cxn modelId="{20F63D29-C0B5-4C60-ADF1-6ED04C8BF1C4}" srcId="{846C13FE-C4AE-4CF6-B8C9-A0E8D2867655}" destId="{2B2C4219-CFBE-4099-B0D1-557666B3BC82}" srcOrd="4" destOrd="0" parTransId="{84D7D48E-82DF-403C-91F3-028F9CA38097}" sibTransId="{E4C25391-F112-417F-B048-DB309255F5DB}"/>
    <dgm:cxn modelId="{A4679D38-79DF-4620-B0C7-57E9E21BBD1F}" srcId="{846C13FE-C4AE-4CF6-B8C9-A0E8D2867655}" destId="{9C656E38-A175-4041-9E23-3E00F9528EC9}" srcOrd="0" destOrd="0" parTransId="{4A96EC74-A9EC-4BAB-87E8-2C8FD2FE9D08}" sibTransId="{962BE725-B40A-456A-ADE4-9FF8473F97AB}"/>
    <dgm:cxn modelId="{D441A073-F01D-455A-A114-AB7720C95E16}" type="presOf" srcId="{6BCC07E8-2B13-406D-AD96-BA1531330A89}" destId="{397F7970-3A1F-4B53-AC22-524DAC9E50E4}" srcOrd="0" destOrd="0" presId="urn:microsoft.com/office/officeart/2005/8/layout/vList2"/>
    <dgm:cxn modelId="{0507BA74-CC92-42D0-91AC-5852E0B9DFC9}" srcId="{846C13FE-C4AE-4CF6-B8C9-A0E8D2867655}" destId="{23EFE20F-D71A-421A-99B3-8E7D0FCABB91}" srcOrd="5" destOrd="0" parTransId="{270B915D-44E9-4E93-B8DE-99C71B2286C8}" sibTransId="{91A44577-C1CF-4D45-BAEE-8A58BCAED327}"/>
    <dgm:cxn modelId="{B4DB4C78-D9A0-4D80-B38D-41F1D1CF8D4A}" type="presOf" srcId="{43215133-6E79-4B08-95E2-E509C8D5DE2B}" destId="{D2A75402-48E9-48BF-86CA-1F1A721A18DB}" srcOrd="0" destOrd="0" presId="urn:microsoft.com/office/officeart/2005/8/layout/vList2"/>
    <dgm:cxn modelId="{ED66E98B-FBDF-4733-8F88-9A714017F559}" type="presOf" srcId="{23EFE20F-D71A-421A-99B3-8E7D0FCABB91}" destId="{4449169B-A3A6-4D28-AC89-BB96CFBDD9C2}" srcOrd="0" destOrd="0" presId="urn:microsoft.com/office/officeart/2005/8/layout/vList2"/>
    <dgm:cxn modelId="{46E2E5B1-D088-4186-8CB1-1129C71DD77B}" type="presOf" srcId="{9C656E38-A175-4041-9E23-3E00F9528EC9}" destId="{FC9A1824-D23D-42BB-805D-4EF03E77A3F4}" srcOrd="0" destOrd="0" presId="urn:microsoft.com/office/officeart/2005/8/layout/vList2"/>
    <dgm:cxn modelId="{608984BE-D034-489C-A35D-47336B755026}" type="presOf" srcId="{D6D0FA0C-E399-422C-B749-76AA92F53026}" destId="{244237B7-3CEF-4B71-BDD8-376986966BAC}" srcOrd="0" destOrd="0" presId="urn:microsoft.com/office/officeart/2005/8/layout/vList2"/>
    <dgm:cxn modelId="{D61719D8-3F5F-42A0-9218-93C7F145BF43}" srcId="{846C13FE-C4AE-4CF6-B8C9-A0E8D2867655}" destId="{43215133-6E79-4B08-95E2-E509C8D5DE2B}" srcOrd="2" destOrd="0" parTransId="{8B4BD256-9040-4DBF-82FE-5871A47F6B42}" sibTransId="{0919B754-5038-42BD-BD4C-1BF78D3DD813}"/>
    <dgm:cxn modelId="{B7DCEAFB-D393-4AF2-B918-B7A21A574041}" srcId="{846C13FE-C4AE-4CF6-B8C9-A0E8D2867655}" destId="{6BCC07E8-2B13-406D-AD96-BA1531330A89}" srcOrd="3" destOrd="0" parTransId="{616ACA2E-FF27-4399-B029-92E88AF519F8}" sibTransId="{4688C6A1-66A9-49C9-A437-7662CDD92BC8}"/>
    <dgm:cxn modelId="{07F62CC6-FEDF-4F13-9F90-3665C6A11EAA}" type="presParOf" srcId="{47A6CBE4-57B7-457D-BD32-6D7CD9C90CE8}" destId="{FC9A1824-D23D-42BB-805D-4EF03E77A3F4}" srcOrd="0" destOrd="0" presId="urn:microsoft.com/office/officeart/2005/8/layout/vList2"/>
    <dgm:cxn modelId="{163EC7B7-E2E1-4F1C-A0D8-5B7CDE1EA030}" type="presParOf" srcId="{47A6CBE4-57B7-457D-BD32-6D7CD9C90CE8}" destId="{0E28C664-1C37-4F36-AC5D-0F03CC2F63A5}" srcOrd="1" destOrd="0" presId="urn:microsoft.com/office/officeart/2005/8/layout/vList2"/>
    <dgm:cxn modelId="{F851C879-E362-47A0-865E-78083B2061D5}" type="presParOf" srcId="{47A6CBE4-57B7-457D-BD32-6D7CD9C90CE8}" destId="{244237B7-3CEF-4B71-BDD8-376986966BAC}" srcOrd="2" destOrd="0" presId="urn:microsoft.com/office/officeart/2005/8/layout/vList2"/>
    <dgm:cxn modelId="{C498F248-D682-46F5-BFF2-63F4252E5A14}" type="presParOf" srcId="{47A6CBE4-57B7-457D-BD32-6D7CD9C90CE8}" destId="{ED019BD0-B319-49C6-A6B5-0E673CE754CE}" srcOrd="3" destOrd="0" presId="urn:microsoft.com/office/officeart/2005/8/layout/vList2"/>
    <dgm:cxn modelId="{D66874EC-747B-46A4-8924-3EE15A642891}" type="presParOf" srcId="{47A6CBE4-57B7-457D-BD32-6D7CD9C90CE8}" destId="{D2A75402-48E9-48BF-86CA-1F1A721A18DB}" srcOrd="4" destOrd="0" presId="urn:microsoft.com/office/officeart/2005/8/layout/vList2"/>
    <dgm:cxn modelId="{52F1BC38-5C18-41D2-8B7D-78659C78351A}" type="presParOf" srcId="{47A6CBE4-57B7-457D-BD32-6D7CD9C90CE8}" destId="{6E42E4E2-FE1B-4B81-A788-BDFDC82AD6A6}" srcOrd="5" destOrd="0" presId="urn:microsoft.com/office/officeart/2005/8/layout/vList2"/>
    <dgm:cxn modelId="{138AA53C-E7DC-4A97-8E42-1EA30258A158}" type="presParOf" srcId="{47A6CBE4-57B7-457D-BD32-6D7CD9C90CE8}" destId="{397F7970-3A1F-4B53-AC22-524DAC9E50E4}" srcOrd="6" destOrd="0" presId="urn:microsoft.com/office/officeart/2005/8/layout/vList2"/>
    <dgm:cxn modelId="{7A901852-372B-4C2D-9826-0EF263EDA953}" type="presParOf" srcId="{47A6CBE4-57B7-457D-BD32-6D7CD9C90CE8}" destId="{B8BDAFFE-5533-4160-A2E6-77449BDD3091}" srcOrd="7" destOrd="0" presId="urn:microsoft.com/office/officeart/2005/8/layout/vList2"/>
    <dgm:cxn modelId="{2F9EBF9B-8B54-4F2F-92F0-F96E3B34F237}" type="presParOf" srcId="{47A6CBE4-57B7-457D-BD32-6D7CD9C90CE8}" destId="{833BE6E8-76C2-4A51-8768-ADBE7F47753C}" srcOrd="8" destOrd="0" presId="urn:microsoft.com/office/officeart/2005/8/layout/vList2"/>
    <dgm:cxn modelId="{FEF5AFFE-795A-479E-91D7-A3DACEDD023B}" type="presParOf" srcId="{47A6CBE4-57B7-457D-BD32-6D7CD9C90CE8}" destId="{0E597904-D345-425C-98DD-A1ADF722CED3}" srcOrd="9" destOrd="0" presId="urn:microsoft.com/office/officeart/2005/8/layout/vList2"/>
    <dgm:cxn modelId="{0DBCB762-B809-4BE3-965D-69E97CE8262F}" type="presParOf" srcId="{47A6CBE4-57B7-457D-BD32-6D7CD9C90CE8}" destId="{4449169B-A3A6-4D28-AC89-BB96CFBDD9C2}"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19A54C7-4B1B-4498-A09F-71C2A41090CE}"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0DEBD6F9-CEE9-4B5E-B3D8-B31856E7B985}">
      <dgm:prSet/>
      <dgm:spPr/>
      <dgm:t>
        <a:bodyPr/>
        <a:lstStyle/>
        <a:p>
          <a:r>
            <a:rPr lang="en-IN" b="1"/>
            <a:t>Identification</a:t>
          </a:r>
          <a:r>
            <a:rPr lang="en-IN"/>
            <a:t>: Determining what evidence is present, where it is stored, and in what format.</a:t>
          </a:r>
          <a:endParaRPr lang="en-US"/>
        </a:p>
      </dgm:t>
    </dgm:pt>
    <dgm:pt modelId="{0E1464F2-80CF-416D-AB9C-298D79AB577A}" type="parTrans" cxnId="{A08136EC-6949-4386-90FE-9127A3C3B8E8}">
      <dgm:prSet/>
      <dgm:spPr/>
      <dgm:t>
        <a:bodyPr/>
        <a:lstStyle/>
        <a:p>
          <a:endParaRPr lang="en-US"/>
        </a:p>
      </dgm:t>
    </dgm:pt>
    <dgm:pt modelId="{C03DD1C2-486C-4E33-AD6C-E4062D169BFA}" type="sibTrans" cxnId="{A08136EC-6949-4386-90FE-9127A3C3B8E8}">
      <dgm:prSet/>
      <dgm:spPr/>
      <dgm:t>
        <a:bodyPr/>
        <a:lstStyle/>
        <a:p>
          <a:endParaRPr lang="en-US"/>
        </a:p>
      </dgm:t>
    </dgm:pt>
    <dgm:pt modelId="{E7FA3BBF-7EC1-4971-9046-FED790121EF1}">
      <dgm:prSet/>
      <dgm:spPr/>
      <dgm:t>
        <a:bodyPr/>
        <a:lstStyle/>
        <a:p>
          <a:r>
            <a:rPr lang="en-IN" b="1"/>
            <a:t>Preservation</a:t>
          </a:r>
          <a:r>
            <a:rPr lang="en-IN"/>
            <a:t>: Securing the data to prevent tampering, including creating a bit-for-bit copy of the original evidence.</a:t>
          </a:r>
          <a:endParaRPr lang="en-US"/>
        </a:p>
      </dgm:t>
    </dgm:pt>
    <dgm:pt modelId="{57E6BCC1-DD87-42FC-901D-B4D16430E8B6}" type="parTrans" cxnId="{121719A2-FC1C-4596-897F-21889DBF7593}">
      <dgm:prSet/>
      <dgm:spPr/>
      <dgm:t>
        <a:bodyPr/>
        <a:lstStyle/>
        <a:p>
          <a:endParaRPr lang="en-US"/>
        </a:p>
      </dgm:t>
    </dgm:pt>
    <dgm:pt modelId="{261C3451-060B-4E5D-9802-094FEBB89FD7}" type="sibTrans" cxnId="{121719A2-FC1C-4596-897F-21889DBF7593}">
      <dgm:prSet/>
      <dgm:spPr/>
      <dgm:t>
        <a:bodyPr/>
        <a:lstStyle/>
        <a:p>
          <a:endParaRPr lang="en-US"/>
        </a:p>
      </dgm:t>
    </dgm:pt>
    <dgm:pt modelId="{468C9401-53EC-4BFC-B296-854B4DDE0F7D}">
      <dgm:prSet/>
      <dgm:spPr/>
      <dgm:t>
        <a:bodyPr/>
        <a:lstStyle/>
        <a:p>
          <a:r>
            <a:rPr lang="en-IN" b="1"/>
            <a:t>Analysis</a:t>
          </a:r>
          <a:r>
            <a:rPr lang="en-IN"/>
            <a:t>: Analyzing the data to reconstruct events and draw conclusions based on the evidence collected.</a:t>
          </a:r>
          <a:endParaRPr lang="en-US"/>
        </a:p>
      </dgm:t>
    </dgm:pt>
    <dgm:pt modelId="{D0E80514-ACBA-4B05-A803-51FD206C737C}" type="parTrans" cxnId="{F232E2EF-91C4-4C54-98A8-00512B0EEED6}">
      <dgm:prSet/>
      <dgm:spPr/>
      <dgm:t>
        <a:bodyPr/>
        <a:lstStyle/>
        <a:p>
          <a:endParaRPr lang="en-US"/>
        </a:p>
      </dgm:t>
    </dgm:pt>
    <dgm:pt modelId="{C8E26CB9-D2FF-474B-9EE7-A4D5DD32F31B}" type="sibTrans" cxnId="{F232E2EF-91C4-4C54-98A8-00512B0EEED6}">
      <dgm:prSet/>
      <dgm:spPr/>
      <dgm:t>
        <a:bodyPr/>
        <a:lstStyle/>
        <a:p>
          <a:endParaRPr lang="en-US"/>
        </a:p>
      </dgm:t>
    </dgm:pt>
    <dgm:pt modelId="{4FB05B10-48BA-4060-A065-5B77FAE649B5}">
      <dgm:prSet/>
      <dgm:spPr/>
      <dgm:t>
        <a:bodyPr/>
        <a:lstStyle/>
        <a:p>
          <a:r>
            <a:rPr lang="en-IN" b="1"/>
            <a:t>Documentation</a:t>
          </a:r>
          <a:r>
            <a:rPr lang="en-IN"/>
            <a:t>: Keeping a detailed record of all findings and procedures to ensure the integrity of the investigation.</a:t>
          </a:r>
          <a:endParaRPr lang="en-US"/>
        </a:p>
      </dgm:t>
    </dgm:pt>
    <dgm:pt modelId="{5D4397A0-A62C-4994-A3DC-65469B31184E}" type="parTrans" cxnId="{AFDC4F0F-A008-41DE-9C11-4E4BABEBE45D}">
      <dgm:prSet/>
      <dgm:spPr/>
      <dgm:t>
        <a:bodyPr/>
        <a:lstStyle/>
        <a:p>
          <a:endParaRPr lang="en-US"/>
        </a:p>
      </dgm:t>
    </dgm:pt>
    <dgm:pt modelId="{D0A0FB3C-93A9-44C9-B281-FCCAEF7C1C5E}" type="sibTrans" cxnId="{AFDC4F0F-A008-41DE-9C11-4E4BABEBE45D}">
      <dgm:prSet/>
      <dgm:spPr/>
      <dgm:t>
        <a:bodyPr/>
        <a:lstStyle/>
        <a:p>
          <a:endParaRPr lang="en-US"/>
        </a:p>
      </dgm:t>
    </dgm:pt>
    <dgm:pt modelId="{1FC0C499-765F-4731-BBA3-91D675FC46C8}">
      <dgm:prSet/>
      <dgm:spPr/>
      <dgm:t>
        <a:bodyPr/>
        <a:lstStyle/>
        <a:p>
          <a:r>
            <a:rPr lang="en-IN" b="1"/>
            <a:t>Presentation</a:t>
          </a:r>
          <a:r>
            <a:rPr lang="en-IN"/>
            <a:t>: Presenting the documented findings in a court of law in a clear and understandable manner.</a:t>
          </a:r>
          <a:endParaRPr lang="en-US"/>
        </a:p>
      </dgm:t>
    </dgm:pt>
    <dgm:pt modelId="{0F81F948-8C9C-4673-990A-1592A99C6E2B}" type="parTrans" cxnId="{41E6C8CA-A381-4E5A-AFCC-3E57C8E192D1}">
      <dgm:prSet/>
      <dgm:spPr/>
      <dgm:t>
        <a:bodyPr/>
        <a:lstStyle/>
        <a:p>
          <a:endParaRPr lang="en-US"/>
        </a:p>
      </dgm:t>
    </dgm:pt>
    <dgm:pt modelId="{7EF6A88E-FCA9-4BC9-94DE-0E694380811D}" type="sibTrans" cxnId="{41E6C8CA-A381-4E5A-AFCC-3E57C8E192D1}">
      <dgm:prSet/>
      <dgm:spPr/>
      <dgm:t>
        <a:bodyPr/>
        <a:lstStyle/>
        <a:p>
          <a:endParaRPr lang="en-US"/>
        </a:p>
      </dgm:t>
    </dgm:pt>
    <dgm:pt modelId="{14E95B8F-3764-49E9-B76F-F67D0C6E3D96}" type="pres">
      <dgm:prSet presAssocID="{C19A54C7-4B1B-4498-A09F-71C2A41090CE}" presName="outerComposite" presStyleCnt="0">
        <dgm:presLayoutVars>
          <dgm:chMax val="5"/>
          <dgm:dir/>
          <dgm:resizeHandles val="exact"/>
        </dgm:presLayoutVars>
      </dgm:prSet>
      <dgm:spPr/>
    </dgm:pt>
    <dgm:pt modelId="{4F9E44FC-E9C1-4D86-BE94-E3DDF8F9DBF2}" type="pres">
      <dgm:prSet presAssocID="{C19A54C7-4B1B-4498-A09F-71C2A41090CE}" presName="dummyMaxCanvas" presStyleCnt="0">
        <dgm:presLayoutVars/>
      </dgm:prSet>
      <dgm:spPr/>
    </dgm:pt>
    <dgm:pt modelId="{12DB5D81-6AFF-4F6F-A35A-38E596E1E6D9}" type="pres">
      <dgm:prSet presAssocID="{C19A54C7-4B1B-4498-A09F-71C2A41090CE}" presName="FiveNodes_1" presStyleLbl="node1" presStyleIdx="0" presStyleCnt="5">
        <dgm:presLayoutVars>
          <dgm:bulletEnabled val="1"/>
        </dgm:presLayoutVars>
      </dgm:prSet>
      <dgm:spPr/>
    </dgm:pt>
    <dgm:pt modelId="{8D2A2750-4420-43F5-91C9-02DDD9801EAC}" type="pres">
      <dgm:prSet presAssocID="{C19A54C7-4B1B-4498-A09F-71C2A41090CE}" presName="FiveNodes_2" presStyleLbl="node1" presStyleIdx="1" presStyleCnt="5">
        <dgm:presLayoutVars>
          <dgm:bulletEnabled val="1"/>
        </dgm:presLayoutVars>
      </dgm:prSet>
      <dgm:spPr/>
    </dgm:pt>
    <dgm:pt modelId="{50D0EA36-7899-4B41-99ED-E8F16740EBB3}" type="pres">
      <dgm:prSet presAssocID="{C19A54C7-4B1B-4498-A09F-71C2A41090CE}" presName="FiveNodes_3" presStyleLbl="node1" presStyleIdx="2" presStyleCnt="5">
        <dgm:presLayoutVars>
          <dgm:bulletEnabled val="1"/>
        </dgm:presLayoutVars>
      </dgm:prSet>
      <dgm:spPr/>
    </dgm:pt>
    <dgm:pt modelId="{4A10565F-7795-4708-9623-E87042E9C024}" type="pres">
      <dgm:prSet presAssocID="{C19A54C7-4B1B-4498-A09F-71C2A41090CE}" presName="FiveNodes_4" presStyleLbl="node1" presStyleIdx="3" presStyleCnt="5">
        <dgm:presLayoutVars>
          <dgm:bulletEnabled val="1"/>
        </dgm:presLayoutVars>
      </dgm:prSet>
      <dgm:spPr/>
    </dgm:pt>
    <dgm:pt modelId="{EC1F6BAA-E496-488C-ACB2-6F19A8A10819}" type="pres">
      <dgm:prSet presAssocID="{C19A54C7-4B1B-4498-A09F-71C2A41090CE}" presName="FiveNodes_5" presStyleLbl="node1" presStyleIdx="4" presStyleCnt="5">
        <dgm:presLayoutVars>
          <dgm:bulletEnabled val="1"/>
        </dgm:presLayoutVars>
      </dgm:prSet>
      <dgm:spPr/>
    </dgm:pt>
    <dgm:pt modelId="{D856A923-D0C6-446E-AC36-9E5F3500ECA0}" type="pres">
      <dgm:prSet presAssocID="{C19A54C7-4B1B-4498-A09F-71C2A41090CE}" presName="FiveConn_1-2" presStyleLbl="fgAccFollowNode1" presStyleIdx="0" presStyleCnt="4">
        <dgm:presLayoutVars>
          <dgm:bulletEnabled val="1"/>
        </dgm:presLayoutVars>
      </dgm:prSet>
      <dgm:spPr/>
    </dgm:pt>
    <dgm:pt modelId="{732F6370-09C3-4FAD-92A5-1D7F0CC6E6CC}" type="pres">
      <dgm:prSet presAssocID="{C19A54C7-4B1B-4498-A09F-71C2A41090CE}" presName="FiveConn_2-3" presStyleLbl="fgAccFollowNode1" presStyleIdx="1" presStyleCnt="4">
        <dgm:presLayoutVars>
          <dgm:bulletEnabled val="1"/>
        </dgm:presLayoutVars>
      </dgm:prSet>
      <dgm:spPr/>
    </dgm:pt>
    <dgm:pt modelId="{EC693E60-11C3-4789-BF52-D3BEF4AE0332}" type="pres">
      <dgm:prSet presAssocID="{C19A54C7-4B1B-4498-A09F-71C2A41090CE}" presName="FiveConn_3-4" presStyleLbl="fgAccFollowNode1" presStyleIdx="2" presStyleCnt="4">
        <dgm:presLayoutVars>
          <dgm:bulletEnabled val="1"/>
        </dgm:presLayoutVars>
      </dgm:prSet>
      <dgm:spPr/>
    </dgm:pt>
    <dgm:pt modelId="{0006482C-6594-4428-B3DC-A81CD1D7F3B3}" type="pres">
      <dgm:prSet presAssocID="{C19A54C7-4B1B-4498-A09F-71C2A41090CE}" presName="FiveConn_4-5" presStyleLbl="fgAccFollowNode1" presStyleIdx="3" presStyleCnt="4">
        <dgm:presLayoutVars>
          <dgm:bulletEnabled val="1"/>
        </dgm:presLayoutVars>
      </dgm:prSet>
      <dgm:spPr/>
    </dgm:pt>
    <dgm:pt modelId="{384840CB-8644-4FEE-98B9-32BE6B29C096}" type="pres">
      <dgm:prSet presAssocID="{C19A54C7-4B1B-4498-A09F-71C2A41090CE}" presName="FiveNodes_1_text" presStyleLbl="node1" presStyleIdx="4" presStyleCnt="5">
        <dgm:presLayoutVars>
          <dgm:bulletEnabled val="1"/>
        </dgm:presLayoutVars>
      </dgm:prSet>
      <dgm:spPr/>
    </dgm:pt>
    <dgm:pt modelId="{82021D3A-F081-49A3-9339-10784E8DB8AA}" type="pres">
      <dgm:prSet presAssocID="{C19A54C7-4B1B-4498-A09F-71C2A41090CE}" presName="FiveNodes_2_text" presStyleLbl="node1" presStyleIdx="4" presStyleCnt="5">
        <dgm:presLayoutVars>
          <dgm:bulletEnabled val="1"/>
        </dgm:presLayoutVars>
      </dgm:prSet>
      <dgm:spPr/>
    </dgm:pt>
    <dgm:pt modelId="{221A3BA1-30AB-4B79-AB49-B1290A7FAA29}" type="pres">
      <dgm:prSet presAssocID="{C19A54C7-4B1B-4498-A09F-71C2A41090CE}" presName="FiveNodes_3_text" presStyleLbl="node1" presStyleIdx="4" presStyleCnt="5">
        <dgm:presLayoutVars>
          <dgm:bulletEnabled val="1"/>
        </dgm:presLayoutVars>
      </dgm:prSet>
      <dgm:spPr/>
    </dgm:pt>
    <dgm:pt modelId="{268FD9D5-3123-4C94-8F2F-F8E632C9C70B}" type="pres">
      <dgm:prSet presAssocID="{C19A54C7-4B1B-4498-A09F-71C2A41090CE}" presName="FiveNodes_4_text" presStyleLbl="node1" presStyleIdx="4" presStyleCnt="5">
        <dgm:presLayoutVars>
          <dgm:bulletEnabled val="1"/>
        </dgm:presLayoutVars>
      </dgm:prSet>
      <dgm:spPr/>
    </dgm:pt>
    <dgm:pt modelId="{10884937-E9D3-4AE7-817B-BEB0DA2EDB88}" type="pres">
      <dgm:prSet presAssocID="{C19A54C7-4B1B-4498-A09F-71C2A41090CE}" presName="FiveNodes_5_text" presStyleLbl="node1" presStyleIdx="4" presStyleCnt="5">
        <dgm:presLayoutVars>
          <dgm:bulletEnabled val="1"/>
        </dgm:presLayoutVars>
      </dgm:prSet>
      <dgm:spPr/>
    </dgm:pt>
  </dgm:ptLst>
  <dgm:cxnLst>
    <dgm:cxn modelId="{9E2CD907-4434-48F0-ABBF-3B2385650DB3}" type="presOf" srcId="{C03DD1C2-486C-4E33-AD6C-E4062D169BFA}" destId="{D856A923-D0C6-446E-AC36-9E5F3500ECA0}" srcOrd="0" destOrd="0" presId="urn:microsoft.com/office/officeart/2005/8/layout/vProcess5"/>
    <dgm:cxn modelId="{E38D2E09-DFAD-4D59-9CA1-EDDD637D27D3}" type="presOf" srcId="{4FB05B10-48BA-4060-A065-5B77FAE649B5}" destId="{4A10565F-7795-4708-9623-E87042E9C024}" srcOrd="0" destOrd="0" presId="urn:microsoft.com/office/officeart/2005/8/layout/vProcess5"/>
    <dgm:cxn modelId="{BCEF970C-4181-480F-BD9B-4B33846DC3A9}" type="presOf" srcId="{E7FA3BBF-7EC1-4971-9046-FED790121EF1}" destId="{82021D3A-F081-49A3-9339-10784E8DB8AA}" srcOrd="1" destOrd="0" presId="urn:microsoft.com/office/officeart/2005/8/layout/vProcess5"/>
    <dgm:cxn modelId="{AFDC4F0F-A008-41DE-9C11-4E4BABEBE45D}" srcId="{C19A54C7-4B1B-4498-A09F-71C2A41090CE}" destId="{4FB05B10-48BA-4060-A065-5B77FAE649B5}" srcOrd="3" destOrd="0" parTransId="{5D4397A0-A62C-4994-A3DC-65469B31184E}" sibTransId="{D0A0FB3C-93A9-44C9-B281-FCCAEF7C1C5E}"/>
    <dgm:cxn modelId="{CC614D12-2DD2-4C2F-9D97-6A2DD0E38101}" type="presOf" srcId="{468C9401-53EC-4BFC-B296-854B4DDE0F7D}" destId="{50D0EA36-7899-4B41-99ED-E8F16740EBB3}" srcOrd="0" destOrd="0" presId="urn:microsoft.com/office/officeart/2005/8/layout/vProcess5"/>
    <dgm:cxn modelId="{16CE3E17-C590-44C5-A57D-DE281CFD2FE0}" type="presOf" srcId="{468C9401-53EC-4BFC-B296-854B4DDE0F7D}" destId="{221A3BA1-30AB-4B79-AB49-B1290A7FAA29}" srcOrd="1" destOrd="0" presId="urn:microsoft.com/office/officeart/2005/8/layout/vProcess5"/>
    <dgm:cxn modelId="{2B5FCC1D-3830-49E8-876B-6FBFA9F217DA}" type="presOf" srcId="{261C3451-060B-4E5D-9802-094FEBB89FD7}" destId="{732F6370-09C3-4FAD-92A5-1D7F0CC6E6CC}" srcOrd="0" destOrd="0" presId="urn:microsoft.com/office/officeart/2005/8/layout/vProcess5"/>
    <dgm:cxn modelId="{A9700626-10A1-4144-8F08-C3B592E0104A}" type="presOf" srcId="{4FB05B10-48BA-4060-A065-5B77FAE649B5}" destId="{268FD9D5-3123-4C94-8F2F-F8E632C9C70B}" srcOrd="1" destOrd="0" presId="urn:microsoft.com/office/officeart/2005/8/layout/vProcess5"/>
    <dgm:cxn modelId="{1FA0C32B-E57C-4058-B3D6-4D7AD6F57A60}" type="presOf" srcId="{1FC0C499-765F-4731-BBA3-91D675FC46C8}" destId="{10884937-E9D3-4AE7-817B-BEB0DA2EDB88}" srcOrd="1" destOrd="0" presId="urn:microsoft.com/office/officeart/2005/8/layout/vProcess5"/>
    <dgm:cxn modelId="{18480161-208E-4331-8765-B527E48961CA}" type="presOf" srcId="{D0A0FB3C-93A9-44C9-B281-FCCAEF7C1C5E}" destId="{0006482C-6594-4428-B3DC-A81CD1D7F3B3}" srcOrd="0" destOrd="0" presId="urn:microsoft.com/office/officeart/2005/8/layout/vProcess5"/>
    <dgm:cxn modelId="{DA6F4F6A-DF28-4930-AB7B-DFC4D5AD4356}" type="presOf" srcId="{0DEBD6F9-CEE9-4B5E-B3D8-B31856E7B985}" destId="{12DB5D81-6AFF-4F6F-A35A-38E596E1E6D9}" srcOrd="0" destOrd="0" presId="urn:microsoft.com/office/officeart/2005/8/layout/vProcess5"/>
    <dgm:cxn modelId="{3E6FC886-66C3-442C-9143-90CF90A66001}" type="presOf" srcId="{C8E26CB9-D2FF-474B-9EE7-A4D5DD32F31B}" destId="{EC693E60-11C3-4789-BF52-D3BEF4AE0332}" srcOrd="0" destOrd="0" presId="urn:microsoft.com/office/officeart/2005/8/layout/vProcess5"/>
    <dgm:cxn modelId="{5EEB3698-66EA-4335-AD7C-B99A165DC989}" type="presOf" srcId="{0DEBD6F9-CEE9-4B5E-B3D8-B31856E7B985}" destId="{384840CB-8644-4FEE-98B9-32BE6B29C096}" srcOrd="1" destOrd="0" presId="urn:microsoft.com/office/officeart/2005/8/layout/vProcess5"/>
    <dgm:cxn modelId="{121719A2-FC1C-4596-897F-21889DBF7593}" srcId="{C19A54C7-4B1B-4498-A09F-71C2A41090CE}" destId="{E7FA3BBF-7EC1-4971-9046-FED790121EF1}" srcOrd="1" destOrd="0" parTransId="{57E6BCC1-DD87-42FC-901D-B4D16430E8B6}" sibTransId="{261C3451-060B-4E5D-9802-094FEBB89FD7}"/>
    <dgm:cxn modelId="{053D43C6-8520-4F10-9577-F364047D55EE}" type="presOf" srcId="{1FC0C499-765F-4731-BBA3-91D675FC46C8}" destId="{EC1F6BAA-E496-488C-ACB2-6F19A8A10819}" srcOrd="0" destOrd="0" presId="urn:microsoft.com/office/officeart/2005/8/layout/vProcess5"/>
    <dgm:cxn modelId="{41E6C8CA-A381-4E5A-AFCC-3E57C8E192D1}" srcId="{C19A54C7-4B1B-4498-A09F-71C2A41090CE}" destId="{1FC0C499-765F-4731-BBA3-91D675FC46C8}" srcOrd="4" destOrd="0" parTransId="{0F81F948-8C9C-4673-990A-1592A99C6E2B}" sibTransId="{7EF6A88E-FCA9-4BC9-94DE-0E694380811D}"/>
    <dgm:cxn modelId="{A08136EC-6949-4386-90FE-9127A3C3B8E8}" srcId="{C19A54C7-4B1B-4498-A09F-71C2A41090CE}" destId="{0DEBD6F9-CEE9-4B5E-B3D8-B31856E7B985}" srcOrd="0" destOrd="0" parTransId="{0E1464F2-80CF-416D-AB9C-298D79AB577A}" sibTransId="{C03DD1C2-486C-4E33-AD6C-E4062D169BFA}"/>
    <dgm:cxn modelId="{F232E2EF-91C4-4C54-98A8-00512B0EEED6}" srcId="{C19A54C7-4B1B-4498-A09F-71C2A41090CE}" destId="{468C9401-53EC-4BFC-B296-854B4DDE0F7D}" srcOrd="2" destOrd="0" parTransId="{D0E80514-ACBA-4B05-A803-51FD206C737C}" sibTransId="{C8E26CB9-D2FF-474B-9EE7-A4D5DD32F31B}"/>
    <dgm:cxn modelId="{9CC24BF3-65BB-4B3C-8013-E1FF457759F1}" type="presOf" srcId="{C19A54C7-4B1B-4498-A09F-71C2A41090CE}" destId="{14E95B8F-3764-49E9-B76F-F67D0C6E3D96}" srcOrd="0" destOrd="0" presId="urn:microsoft.com/office/officeart/2005/8/layout/vProcess5"/>
    <dgm:cxn modelId="{98256DFE-33C9-409F-A09E-FB6C2C1AB962}" type="presOf" srcId="{E7FA3BBF-7EC1-4971-9046-FED790121EF1}" destId="{8D2A2750-4420-43F5-91C9-02DDD9801EAC}" srcOrd="0" destOrd="0" presId="urn:microsoft.com/office/officeart/2005/8/layout/vProcess5"/>
    <dgm:cxn modelId="{7FA93A32-580C-4A6C-A092-6E9E94226B71}" type="presParOf" srcId="{14E95B8F-3764-49E9-B76F-F67D0C6E3D96}" destId="{4F9E44FC-E9C1-4D86-BE94-E3DDF8F9DBF2}" srcOrd="0" destOrd="0" presId="urn:microsoft.com/office/officeart/2005/8/layout/vProcess5"/>
    <dgm:cxn modelId="{DA284606-B346-4917-A738-CB91F300CC3A}" type="presParOf" srcId="{14E95B8F-3764-49E9-B76F-F67D0C6E3D96}" destId="{12DB5D81-6AFF-4F6F-A35A-38E596E1E6D9}" srcOrd="1" destOrd="0" presId="urn:microsoft.com/office/officeart/2005/8/layout/vProcess5"/>
    <dgm:cxn modelId="{19161D95-F48C-459C-9E43-5113DE47D5AC}" type="presParOf" srcId="{14E95B8F-3764-49E9-B76F-F67D0C6E3D96}" destId="{8D2A2750-4420-43F5-91C9-02DDD9801EAC}" srcOrd="2" destOrd="0" presId="urn:microsoft.com/office/officeart/2005/8/layout/vProcess5"/>
    <dgm:cxn modelId="{8AD49C3E-5564-42BF-B956-8A2A78090207}" type="presParOf" srcId="{14E95B8F-3764-49E9-B76F-F67D0C6E3D96}" destId="{50D0EA36-7899-4B41-99ED-E8F16740EBB3}" srcOrd="3" destOrd="0" presId="urn:microsoft.com/office/officeart/2005/8/layout/vProcess5"/>
    <dgm:cxn modelId="{7494D102-B59A-44A6-826B-B4F5B7BC9CAF}" type="presParOf" srcId="{14E95B8F-3764-49E9-B76F-F67D0C6E3D96}" destId="{4A10565F-7795-4708-9623-E87042E9C024}" srcOrd="4" destOrd="0" presId="urn:microsoft.com/office/officeart/2005/8/layout/vProcess5"/>
    <dgm:cxn modelId="{30A107A0-3D37-4A2C-B96F-DF86B5285032}" type="presParOf" srcId="{14E95B8F-3764-49E9-B76F-F67D0C6E3D96}" destId="{EC1F6BAA-E496-488C-ACB2-6F19A8A10819}" srcOrd="5" destOrd="0" presId="urn:microsoft.com/office/officeart/2005/8/layout/vProcess5"/>
    <dgm:cxn modelId="{B440BF1B-A4C0-4BF4-B54F-F66785AA83FE}" type="presParOf" srcId="{14E95B8F-3764-49E9-B76F-F67D0C6E3D96}" destId="{D856A923-D0C6-446E-AC36-9E5F3500ECA0}" srcOrd="6" destOrd="0" presId="urn:microsoft.com/office/officeart/2005/8/layout/vProcess5"/>
    <dgm:cxn modelId="{3AC4AB83-D328-4143-8748-74E76E4753A4}" type="presParOf" srcId="{14E95B8F-3764-49E9-B76F-F67D0C6E3D96}" destId="{732F6370-09C3-4FAD-92A5-1D7F0CC6E6CC}" srcOrd="7" destOrd="0" presId="urn:microsoft.com/office/officeart/2005/8/layout/vProcess5"/>
    <dgm:cxn modelId="{80A01AD1-491E-4C55-BBAF-6F3B5E2CC61A}" type="presParOf" srcId="{14E95B8F-3764-49E9-B76F-F67D0C6E3D96}" destId="{EC693E60-11C3-4789-BF52-D3BEF4AE0332}" srcOrd="8" destOrd="0" presId="urn:microsoft.com/office/officeart/2005/8/layout/vProcess5"/>
    <dgm:cxn modelId="{D0270F4B-394E-4A1E-B347-02AE197083E8}" type="presParOf" srcId="{14E95B8F-3764-49E9-B76F-F67D0C6E3D96}" destId="{0006482C-6594-4428-B3DC-A81CD1D7F3B3}" srcOrd="9" destOrd="0" presId="urn:microsoft.com/office/officeart/2005/8/layout/vProcess5"/>
    <dgm:cxn modelId="{5C62925D-8C17-4322-A383-E38F20F0A3C7}" type="presParOf" srcId="{14E95B8F-3764-49E9-B76F-F67D0C6E3D96}" destId="{384840CB-8644-4FEE-98B9-32BE6B29C096}" srcOrd="10" destOrd="0" presId="urn:microsoft.com/office/officeart/2005/8/layout/vProcess5"/>
    <dgm:cxn modelId="{DD10E7BA-04ED-49C7-8A3D-EDA554CE728F}" type="presParOf" srcId="{14E95B8F-3764-49E9-B76F-F67D0C6E3D96}" destId="{82021D3A-F081-49A3-9339-10784E8DB8AA}" srcOrd="11" destOrd="0" presId="urn:microsoft.com/office/officeart/2005/8/layout/vProcess5"/>
    <dgm:cxn modelId="{0AF7DBFC-6C97-4F89-B990-3998D9FD04DF}" type="presParOf" srcId="{14E95B8F-3764-49E9-B76F-F67D0C6E3D96}" destId="{221A3BA1-30AB-4B79-AB49-B1290A7FAA29}" srcOrd="12" destOrd="0" presId="urn:microsoft.com/office/officeart/2005/8/layout/vProcess5"/>
    <dgm:cxn modelId="{22F7FFB2-77BF-4F58-A55C-5506AF4EA1E7}" type="presParOf" srcId="{14E95B8F-3764-49E9-B76F-F67D0C6E3D96}" destId="{268FD9D5-3123-4C94-8F2F-F8E632C9C70B}" srcOrd="13" destOrd="0" presId="urn:microsoft.com/office/officeart/2005/8/layout/vProcess5"/>
    <dgm:cxn modelId="{625BEA62-4063-42DA-B883-DA37B77C2D94}" type="presParOf" srcId="{14E95B8F-3764-49E9-B76F-F67D0C6E3D96}" destId="{10884937-E9D3-4AE7-817B-BEB0DA2EDB88}"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7C8BF2-9D45-4865-AA04-BD3706D171C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CB1130B-E459-48EA-ABC4-7CF360BB9436}">
      <dgm:prSet/>
      <dgm:spPr/>
      <dgm:t>
        <a:bodyPr/>
        <a:lstStyle/>
        <a:p>
          <a:r>
            <a:rPr lang="en-IN"/>
            <a:t>Cyber forensics plays a vital role in solving digital crimes, including identity theft, fraud, and cyberbullying.</a:t>
          </a:r>
          <a:endParaRPr lang="en-US"/>
        </a:p>
      </dgm:t>
    </dgm:pt>
    <dgm:pt modelId="{CD822FDD-D150-44C0-81D0-6CFE52E86EE3}" type="parTrans" cxnId="{66189A8F-447B-49BE-9384-014511091CEC}">
      <dgm:prSet/>
      <dgm:spPr/>
      <dgm:t>
        <a:bodyPr/>
        <a:lstStyle/>
        <a:p>
          <a:endParaRPr lang="en-US"/>
        </a:p>
      </dgm:t>
    </dgm:pt>
    <dgm:pt modelId="{76AEB8F3-3C46-4474-A147-F91CBD4A056E}" type="sibTrans" cxnId="{66189A8F-447B-49BE-9384-014511091CEC}">
      <dgm:prSet/>
      <dgm:spPr/>
      <dgm:t>
        <a:bodyPr/>
        <a:lstStyle/>
        <a:p>
          <a:endParaRPr lang="en-US"/>
        </a:p>
      </dgm:t>
    </dgm:pt>
    <dgm:pt modelId="{03D9430A-C6A9-4049-BFCD-E160ECB4B88B}">
      <dgm:prSet/>
      <dgm:spPr/>
      <dgm:t>
        <a:bodyPr/>
        <a:lstStyle/>
        <a:p>
          <a:r>
            <a:rPr lang="en-IN"/>
            <a:t>It helps organizations track security breaches, recover lost data, and protect their assets.</a:t>
          </a:r>
          <a:endParaRPr lang="en-US"/>
        </a:p>
      </dgm:t>
    </dgm:pt>
    <dgm:pt modelId="{84EA44E6-BB1F-4E72-97FE-AAB8F6E761A8}" type="parTrans" cxnId="{65C73EED-A5DB-472F-994C-4E6D4559C588}">
      <dgm:prSet/>
      <dgm:spPr/>
      <dgm:t>
        <a:bodyPr/>
        <a:lstStyle/>
        <a:p>
          <a:endParaRPr lang="en-US"/>
        </a:p>
      </dgm:t>
    </dgm:pt>
    <dgm:pt modelId="{F96DDF15-8DEC-4055-B690-777722268E25}" type="sibTrans" cxnId="{65C73EED-A5DB-472F-994C-4E6D4559C588}">
      <dgm:prSet/>
      <dgm:spPr/>
      <dgm:t>
        <a:bodyPr/>
        <a:lstStyle/>
        <a:p>
          <a:endParaRPr lang="en-US"/>
        </a:p>
      </dgm:t>
    </dgm:pt>
    <dgm:pt modelId="{66398612-9304-401B-A1DA-08EB44F1270B}">
      <dgm:prSet/>
      <dgm:spPr/>
      <dgm:t>
        <a:bodyPr/>
        <a:lstStyle/>
        <a:p>
          <a:r>
            <a:rPr lang="en-IN"/>
            <a:t>The evidence collected through cyber forensics can be crucial for legal proceedings, helping to ensure that justice is served.</a:t>
          </a:r>
          <a:endParaRPr lang="en-US"/>
        </a:p>
      </dgm:t>
    </dgm:pt>
    <dgm:pt modelId="{95B33AC5-8D47-4FEE-B4AA-C2392292969F}" type="parTrans" cxnId="{86E3E0C4-B795-4F94-9505-FE04BD569EA9}">
      <dgm:prSet/>
      <dgm:spPr/>
      <dgm:t>
        <a:bodyPr/>
        <a:lstStyle/>
        <a:p>
          <a:endParaRPr lang="en-US"/>
        </a:p>
      </dgm:t>
    </dgm:pt>
    <dgm:pt modelId="{44CB8E1D-7E37-4802-93E7-8C4520F2EBD6}" type="sibTrans" cxnId="{86E3E0C4-B795-4F94-9505-FE04BD569EA9}">
      <dgm:prSet/>
      <dgm:spPr/>
      <dgm:t>
        <a:bodyPr/>
        <a:lstStyle/>
        <a:p>
          <a:endParaRPr lang="en-US"/>
        </a:p>
      </dgm:t>
    </dgm:pt>
    <dgm:pt modelId="{FD18ECB1-D436-455D-A8A5-9DD32E0CA915}" type="pres">
      <dgm:prSet presAssocID="{657C8BF2-9D45-4865-AA04-BD3706D171C2}" presName="linear" presStyleCnt="0">
        <dgm:presLayoutVars>
          <dgm:animLvl val="lvl"/>
          <dgm:resizeHandles val="exact"/>
        </dgm:presLayoutVars>
      </dgm:prSet>
      <dgm:spPr/>
    </dgm:pt>
    <dgm:pt modelId="{B490FE97-20BB-42A4-8072-1B4AC3D110A3}" type="pres">
      <dgm:prSet presAssocID="{9CB1130B-E459-48EA-ABC4-7CF360BB9436}" presName="parentText" presStyleLbl="node1" presStyleIdx="0" presStyleCnt="3">
        <dgm:presLayoutVars>
          <dgm:chMax val="0"/>
          <dgm:bulletEnabled val="1"/>
        </dgm:presLayoutVars>
      </dgm:prSet>
      <dgm:spPr/>
    </dgm:pt>
    <dgm:pt modelId="{173C0EE2-31B0-4314-8F6A-5D32915AE6AF}" type="pres">
      <dgm:prSet presAssocID="{76AEB8F3-3C46-4474-A147-F91CBD4A056E}" presName="spacer" presStyleCnt="0"/>
      <dgm:spPr/>
    </dgm:pt>
    <dgm:pt modelId="{605F2D46-49A6-4E32-A97B-E777E70846EE}" type="pres">
      <dgm:prSet presAssocID="{03D9430A-C6A9-4049-BFCD-E160ECB4B88B}" presName="parentText" presStyleLbl="node1" presStyleIdx="1" presStyleCnt="3">
        <dgm:presLayoutVars>
          <dgm:chMax val="0"/>
          <dgm:bulletEnabled val="1"/>
        </dgm:presLayoutVars>
      </dgm:prSet>
      <dgm:spPr/>
    </dgm:pt>
    <dgm:pt modelId="{D9E5709F-96CE-489E-9004-55E73AEF983E}" type="pres">
      <dgm:prSet presAssocID="{F96DDF15-8DEC-4055-B690-777722268E25}" presName="spacer" presStyleCnt="0"/>
      <dgm:spPr/>
    </dgm:pt>
    <dgm:pt modelId="{E35ADD68-D216-4651-8DDE-56B04BB2FB06}" type="pres">
      <dgm:prSet presAssocID="{66398612-9304-401B-A1DA-08EB44F1270B}" presName="parentText" presStyleLbl="node1" presStyleIdx="2" presStyleCnt="3">
        <dgm:presLayoutVars>
          <dgm:chMax val="0"/>
          <dgm:bulletEnabled val="1"/>
        </dgm:presLayoutVars>
      </dgm:prSet>
      <dgm:spPr/>
    </dgm:pt>
  </dgm:ptLst>
  <dgm:cxnLst>
    <dgm:cxn modelId="{DD21C902-5350-471A-B06B-EA3285F548B8}" type="presOf" srcId="{9CB1130B-E459-48EA-ABC4-7CF360BB9436}" destId="{B490FE97-20BB-42A4-8072-1B4AC3D110A3}" srcOrd="0" destOrd="0" presId="urn:microsoft.com/office/officeart/2005/8/layout/vList2"/>
    <dgm:cxn modelId="{99F27B16-DBD8-4D1C-BADC-F9BCAB0FB019}" type="presOf" srcId="{657C8BF2-9D45-4865-AA04-BD3706D171C2}" destId="{FD18ECB1-D436-455D-A8A5-9DD32E0CA915}" srcOrd="0" destOrd="0" presId="urn:microsoft.com/office/officeart/2005/8/layout/vList2"/>
    <dgm:cxn modelId="{191ECB8E-1FDF-467F-9D44-79A23476ED14}" type="presOf" srcId="{03D9430A-C6A9-4049-BFCD-E160ECB4B88B}" destId="{605F2D46-49A6-4E32-A97B-E777E70846EE}" srcOrd="0" destOrd="0" presId="urn:microsoft.com/office/officeart/2005/8/layout/vList2"/>
    <dgm:cxn modelId="{66189A8F-447B-49BE-9384-014511091CEC}" srcId="{657C8BF2-9D45-4865-AA04-BD3706D171C2}" destId="{9CB1130B-E459-48EA-ABC4-7CF360BB9436}" srcOrd="0" destOrd="0" parTransId="{CD822FDD-D150-44C0-81D0-6CFE52E86EE3}" sibTransId="{76AEB8F3-3C46-4474-A147-F91CBD4A056E}"/>
    <dgm:cxn modelId="{EDD657AD-6906-4D50-B97A-BD3EC66BACDF}" type="presOf" srcId="{66398612-9304-401B-A1DA-08EB44F1270B}" destId="{E35ADD68-D216-4651-8DDE-56B04BB2FB06}" srcOrd="0" destOrd="0" presId="urn:microsoft.com/office/officeart/2005/8/layout/vList2"/>
    <dgm:cxn modelId="{86E3E0C4-B795-4F94-9505-FE04BD569EA9}" srcId="{657C8BF2-9D45-4865-AA04-BD3706D171C2}" destId="{66398612-9304-401B-A1DA-08EB44F1270B}" srcOrd="2" destOrd="0" parTransId="{95B33AC5-8D47-4FEE-B4AA-C2392292969F}" sibTransId="{44CB8E1D-7E37-4802-93E7-8C4520F2EBD6}"/>
    <dgm:cxn modelId="{65C73EED-A5DB-472F-994C-4E6D4559C588}" srcId="{657C8BF2-9D45-4865-AA04-BD3706D171C2}" destId="{03D9430A-C6A9-4049-BFCD-E160ECB4B88B}" srcOrd="1" destOrd="0" parTransId="{84EA44E6-BB1F-4E72-97FE-AAB8F6E761A8}" sibTransId="{F96DDF15-8DEC-4055-B690-777722268E25}"/>
    <dgm:cxn modelId="{CD4F32AF-71DD-4A87-B1D1-478150C2C44F}" type="presParOf" srcId="{FD18ECB1-D436-455D-A8A5-9DD32E0CA915}" destId="{B490FE97-20BB-42A4-8072-1B4AC3D110A3}" srcOrd="0" destOrd="0" presId="urn:microsoft.com/office/officeart/2005/8/layout/vList2"/>
    <dgm:cxn modelId="{543457BE-1B2E-4745-898B-94158780FC09}" type="presParOf" srcId="{FD18ECB1-D436-455D-A8A5-9DD32E0CA915}" destId="{173C0EE2-31B0-4314-8F6A-5D32915AE6AF}" srcOrd="1" destOrd="0" presId="urn:microsoft.com/office/officeart/2005/8/layout/vList2"/>
    <dgm:cxn modelId="{A7A53CBE-C298-4A39-9A09-2843203F0B19}" type="presParOf" srcId="{FD18ECB1-D436-455D-A8A5-9DD32E0CA915}" destId="{605F2D46-49A6-4E32-A97B-E777E70846EE}" srcOrd="2" destOrd="0" presId="urn:microsoft.com/office/officeart/2005/8/layout/vList2"/>
    <dgm:cxn modelId="{39B066E6-0AA0-4019-A560-0D4AB7C392D0}" type="presParOf" srcId="{FD18ECB1-D436-455D-A8A5-9DD32E0CA915}" destId="{D9E5709F-96CE-489E-9004-55E73AEF983E}" srcOrd="3" destOrd="0" presId="urn:microsoft.com/office/officeart/2005/8/layout/vList2"/>
    <dgm:cxn modelId="{F2C43182-E1CA-46F0-97DE-5258F90F308B}" type="presParOf" srcId="{FD18ECB1-D436-455D-A8A5-9DD32E0CA915}" destId="{E35ADD68-D216-4651-8DDE-56B04BB2FB0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2431C7F-F332-4C1C-AD05-95BBA69A64C1}" type="doc">
      <dgm:prSet loTypeId="urn:microsoft.com/office/officeart/2005/8/layout/hierarchy1" loCatId="hierarchy" qsTypeId="urn:microsoft.com/office/officeart/2005/8/quickstyle/simple1" qsCatId="simple" csTypeId="urn:microsoft.com/office/officeart/2005/8/colors/colorful1" csCatId="colorful"/>
      <dgm:spPr/>
      <dgm:t>
        <a:bodyPr/>
        <a:lstStyle/>
        <a:p>
          <a:endParaRPr lang="en-US"/>
        </a:p>
      </dgm:t>
    </dgm:pt>
    <dgm:pt modelId="{D54DCB6D-6CB3-47D5-8DC9-7767E7DA9D91}">
      <dgm:prSet/>
      <dgm:spPr/>
      <dgm:t>
        <a:bodyPr/>
        <a:lstStyle/>
        <a:p>
          <a:r>
            <a:rPr lang="en-IN"/>
            <a:t>The rapid evolution of technology means that forensic techniques must continually adapt to new threats and methods used by cybercriminals.</a:t>
          </a:r>
          <a:endParaRPr lang="en-US"/>
        </a:p>
      </dgm:t>
    </dgm:pt>
    <dgm:pt modelId="{475AC664-66F4-4F51-837C-B4B9FAA1C096}" type="parTrans" cxnId="{9210DEE9-A39B-46F4-B36A-88221E1BE494}">
      <dgm:prSet/>
      <dgm:spPr/>
      <dgm:t>
        <a:bodyPr/>
        <a:lstStyle/>
        <a:p>
          <a:endParaRPr lang="en-US"/>
        </a:p>
      </dgm:t>
    </dgm:pt>
    <dgm:pt modelId="{7EC56236-8F31-425D-BA4C-7DFC4ED9AEB9}" type="sibTrans" cxnId="{9210DEE9-A39B-46F4-B36A-88221E1BE494}">
      <dgm:prSet/>
      <dgm:spPr/>
      <dgm:t>
        <a:bodyPr/>
        <a:lstStyle/>
        <a:p>
          <a:endParaRPr lang="en-US"/>
        </a:p>
      </dgm:t>
    </dgm:pt>
    <dgm:pt modelId="{8F2FBA1F-62AF-4A7C-BB46-84DED2E784C9}">
      <dgm:prSet/>
      <dgm:spPr/>
      <dgm:t>
        <a:bodyPr/>
        <a:lstStyle/>
        <a:p>
          <a:r>
            <a:rPr lang="en-IN"/>
            <a:t>Ensuring the integrity of digital evidence is paramount, as any sign of tampering can render it inadmissible in court.</a:t>
          </a:r>
          <a:endParaRPr lang="en-US"/>
        </a:p>
      </dgm:t>
    </dgm:pt>
    <dgm:pt modelId="{5F4BE97F-B7E5-461B-B5DF-D8B256BB1B21}" type="parTrans" cxnId="{5C076FEE-B2C2-4589-9D63-AB6FF330C12D}">
      <dgm:prSet/>
      <dgm:spPr/>
      <dgm:t>
        <a:bodyPr/>
        <a:lstStyle/>
        <a:p>
          <a:endParaRPr lang="en-US"/>
        </a:p>
      </dgm:t>
    </dgm:pt>
    <dgm:pt modelId="{2D0F85B7-2E8B-4D67-8A64-C890B2AC0461}" type="sibTrans" cxnId="{5C076FEE-B2C2-4589-9D63-AB6FF330C12D}">
      <dgm:prSet/>
      <dgm:spPr/>
      <dgm:t>
        <a:bodyPr/>
        <a:lstStyle/>
        <a:p>
          <a:endParaRPr lang="en-US"/>
        </a:p>
      </dgm:t>
    </dgm:pt>
    <dgm:pt modelId="{957A5798-2287-436B-8419-329FA9FA19BE}" type="pres">
      <dgm:prSet presAssocID="{A2431C7F-F332-4C1C-AD05-95BBA69A64C1}" presName="hierChild1" presStyleCnt="0">
        <dgm:presLayoutVars>
          <dgm:chPref val="1"/>
          <dgm:dir/>
          <dgm:animOne val="branch"/>
          <dgm:animLvl val="lvl"/>
          <dgm:resizeHandles/>
        </dgm:presLayoutVars>
      </dgm:prSet>
      <dgm:spPr/>
    </dgm:pt>
    <dgm:pt modelId="{381E3A59-F183-48C9-B393-84EFD7CBE145}" type="pres">
      <dgm:prSet presAssocID="{D54DCB6D-6CB3-47D5-8DC9-7767E7DA9D91}" presName="hierRoot1" presStyleCnt="0"/>
      <dgm:spPr/>
    </dgm:pt>
    <dgm:pt modelId="{4CB87AA5-B452-47DB-B5E9-D939176CA011}" type="pres">
      <dgm:prSet presAssocID="{D54DCB6D-6CB3-47D5-8DC9-7767E7DA9D91}" presName="composite" presStyleCnt="0"/>
      <dgm:spPr/>
    </dgm:pt>
    <dgm:pt modelId="{147C98A9-50FB-4B3F-B373-E551CE2EB797}" type="pres">
      <dgm:prSet presAssocID="{D54DCB6D-6CB3-47D5-8DC9-7767E7DA9D91}" presName="background" presStyleLbl="node0" presStyleIdx="0" presStyleCnt="2"/>
      <dgm:spPr/>
    </dgm:pt>
    <dgm:pt modelId="{85B32A26-AB15-4EC9-8FA6-054BAB4476DB}" type="pres">
      <dgm:prSet presAssocID="{D54DCB6D-6CB3-47D5-8DC9-7767E7DA9D91}" presName="text" presStyleLbl="fgAcc0" presStyleIdx="0" presStyleCnt="2">
        <dgm:presLayoutVars>
          <dgm:chPref val="3"/>
        </dgm:presLayoutVars>
      </dgm:prSet>
      <dgm:spPr/>
    </dgm:pt>
    <dgm:pt modelId="{91B2443E-6142-4689-BD83-322C8128F7DA}" type="pres">
      <dgm:prSet presAssocID="{D54DCB6D-6CB3-47D5-8DC9-7767E7DA9D91}" presName="hierChild2" presStyleCnt="0"/>
      <dgm:spPr/>
    </dgm:pt>
    <dgm:pt modelId="{02C61D71-91EF-4AB1-8D74-BEF4E9E1AC9D}" type="pres">
      <dgm:prSet presAssocID="{8F2FBA1F-62AF-4A7C-BB46-84DED2E784C9}" presName="hierRoot1" presStyleCnt="0"/>
      <dgm:spPr/>
    </dgm:pt>
    <dgm:pt modelId="{21E094EA-0422-4FDA-91F1-4C1CB9FBAC9B}" type="pres">
      <dgm:prSet presAssocID="{8F2FBA1F-62AF-4A7C-BB46-84DED2E784C9}" presName="composite" presStyleCnt="0"/>
      <dgm:spPr/>
    </dgm:pt>
    <dgm:pt modelId="{9429FFA1-6349-4192-9B9F-A79C8C3970E8}" type="pres">
      <dgm:prSet presAssocID="{8F2FBA1F-62AF-4A7C-BB46-84DED2E784C9}" presName="background" presStyleLbl="node0" presStyleIdx="1" presStyleCnt="2"/>
      <dgm:spPr/>
    </dgm:pt>
    <dgm:pt modelId="{88464B05-EF61-4FAA-87F0-EA0DAB3C0552}" type="pres">
      <dgm:prSet presAssocID="{8F2FBA1F-62AF-4A7C-BB46-84DED2E784C9}" presName="text" presStyleLbl="fgAcc0" presStyleIdx="1" presStyleCnt="2">
        <dgm:presLayoutVars>
          <dgm:chPref val="3"/>
        </dgm:presLayoutVars>
      </dgm:prSet>
      <dgm:spPr/>
    </dgm:pt>
    <dgm:pt modelId="{C04624CA-6811-4F83-92BD-79152536277B}" type="pres">
      <dgm:prSet presAssocID="{8F2FBA1F-62AF-4A7C-BB46-84DED2E784C9}" presName="hierChild2" presStyleCnt="0"/>
      <dgm:spPr/>
    </dgm:pt>
  </dgm:ptLst>
  <dgm:cxnLst>
    <dgm:cxn modelId="{D88BF804-7B60-46E6-BCBD-C811E6AF4167}" type="presOf" srcId="{A2431C7F-F332-4C1C-AD05-95BBA69A64C1}" destId="{957A5798-2287-436B-8419-329FA9FA19BE}" srcOrd="0" destOrd="0" presId="urn:microsoft.com/office/officeart/2005/8/layout/hierarchy1"/>
    <dgm:cxn modelId="{6E440673-0400-4EC3-ADEB-F4C698A6BBE4}" type="presOf" srcId="{D54DCB6D-6CB3-47D5-8DC9-7767E7DA9D91}" destId="{85B32A26-AB15-4EC9-8FA6-054BAB4476DB}" srcOrd="0" destOrd="0" presId="urn:microsoft.com/office/officeart/2005/8/layout/hierarchy1"/>
    <dgm:cxn modelId="{9210DEE9-A39B-46F4-B36A-88221E1BE494}" srcId="{A2431C7F-F332-4C1C-AD05-95BBA69A64C1}" destId="{D54DCB6D-6CB3-47D5-8DC9-7767E7DA9D91}" srcOrd="0" destOrd="0" parTransId="{475AC664-66F4-4F51-837C-B4B9FAA1C096}" sibTransId="{7EC56236-8F31-425D-BA4C-7DFC4ED9AEB9}"/>
    <dgm:cxn modelId="{C35B26ED-6C73-4365-8321-11EAD6E4948A}" type="presOf" srcId="{8F2FBA1F-62AF-4A7C-BB46-84DED2E784C9}" destId="{88464B05-EF61-4FAA-87F0-EA0DAB3C0552}" srcOrd="0" destOrd="0" presId="urn:microsoft.com/office/officeart/2005/8/layout/hierarchy1"/>
    <dgm:cxn modelId="{5C076FEE-B2C2-4589-9D63-AB6FF330C12D}" srcId="{A2431C7F-F332-4C1C-AD05-95BBA69A64C1}" destId="{8F2FBA1F-62AF-4A7C-BB46-84DED2E784C9}" srcOrd="1" destOrd="0" parTransId="{5F4BE97F-B7E5-461B-B5DF-D8B256BB1B21}" sibTransId="{2D0F85B7-2E8B-4D67-8A64-C890B2AC0461}"/>
    <dgm:cxn modelId="{9C991A1C-58D1-40D1-9C06-986A27EB4E9F}" type="presParOf" srcId="{957A5798-2287-436B-8419-329FA9FA19BE}" destId="{381E3A59-F183-48C9-B393-84EFD7CBE145}" srcOrd="0" destOrd="0" presId="urn:microsoft.com/office/officeart/2005/8/layout/hierarchy1"/>
    <dgm:cxn modelId="{52DB2D03-4CBF-48D1-8F54-326574ADEDF5}" type="presParOf" srcId="{381E3A59-F183-48C9-B393-84EFD7CBE145}" destId="{4CB87AA5-B452-47DB-B5E9-D939176CA011}" srcOrd="0" destOrd="0" presId="urn:microsoft.com/office/officeart/2005/8/layout/hierarchy1"/>
    <dgm:cxn modelId="{34F7697E-8D0C-4446-8AB5-816DC2675B54}" type="presParOf" srcId="{4CB87AA5-B452-47DB-B5E9-D939176CA011}" destId="{147C98A9-50FB-4B3F-B373-E551CE2EB797}" srcOrd="0" destOrd="0" presId="urn:microsoft.com/office/officeart/2005/8/layout/hierarchy1"/>
    <dgm:cxn modelId="{C30E3470-38A5-4994-9BF1-E657F479F135}" type="presParOf" srcId="{4CB87AA5-B452-47DB-B5E9-D939176CA011}" destId="{85B32A26-AB15-4EC9-8FA6-054BAB4476DB}" srcOrd="1" destOrd="0" presId="urn:microsoft.com/office/officeart/2005/8/layout/hierarchy1"/>
    <dgm:cxn modelId="{6F7D0316-F788-43E7-9A86-9BD7391D8B7B}" type="presParOf" srcId="{381E3A59-F183-48C9-B393-84EFD7CBE145}" destId="{91B2443E-6142-4689-BD83-322C8128F7DA}" srcOrd="1" destOrd="0" presId="urn:microsoft.com/office/officeart/2005/8/layout/hierarchy1"/>
    <dgm:cxn modelId="{048AB1C7-82DC-4617-977B-D3B9C3B0B6B1}" type="presParOf" srcId="{957A5798-2287-436B-8419-329FA9FA19BE}" destId="{02C61D71-91EF-4AB1-8D74-BEF4E9E1AC9D}" srcOrd="1" destOrd="0" presId="urn:microsoft.com/office/officeart/2005/8/layout/hierarchy1"/>
    <dgm:cxn modelId="{3E26017F-420B-4DDA-BEE8-02C430B58F8B}" type="presParOf" srcId="{02C61D71-91EF-4AB1-8D74-BEF4E9E1AC9D}" destId="{21E094EA-0422-4FDA-91F1-4C1CB9FBAC9B}" srcOrd="0" destOrd="0" presId="urn:microsoft.com/office/officeart/2005/8/layout/hierarchy1"/>
    <dgm:cxn modelId="{1689D915-FA6D-4202-882A-9BFBBB6E4E3B}" type="presParOf" srcId="{21E094EA-0422-4FDA-91F1-4C1CB9FBAC9B}" destId="{9429FFA1-6349-4192-9B9F-A79C8C3970E8}" srcOrd="0" destOrd="0" presId="urn:microsoft.com/office/officeart/2005/8/layout/hierarchy1"/>
    <dgm:cxn modelId="{86540F1F-5B69-46FD-89D8-7571F2613C69}" type="presParOf" srcId="{21E094EA-0422-4FDA-91F1-4C1CB9FBAC9B}" destId="{88464B05-EF61-4FAA-87F0-EA0DAB3C0552}" srcOrd="1" destOrd="0" presId="urn:microsoft.com/office/officeart/2005/8/layout/hierarchy1"/>
    <dgm:cxn modelId="{653539B7-AEB7-479D-BFFD-559E4F2DD63E}" type="presParOf" srcId="{02C61D71-91EF-4AB1-8D74-BEF4E9E1AC9D}" destId="{C04624CA-6811-4F83-92BD-79152536277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776568E-3707-4797-8C11-16BB7E2FDD59}"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09EAE459-B088-4E0D-8B0F-C9BCA7231E04}">
      <dgm:prSet/>
      <dgm:spPr/>
      <dgm:t>
        <a:bodyPr/>
        <a:lstStyle/>
        <a:p>
          <a:r>
            <a:rPr lang="en-IN" b="1"/>
            <a:t>1980s – Beginning of Cyber Forensics</a:t>
          </a:r>
          <a:r>
            <a:rPr lang="en-IN"/>
            <a:t> </a:t>
          </a:r>
          <a:endParaRPr lang="en-US"/>
        </a:p>
      </dgm:t>
    </dgm:pt>
    <dgm:pt modelId="{EF88C4C4-C7FB-4BEA-A4CD-CBA98920C4A8}" type="parTrans" cxnId="{B46875F7-821A-46FD-B60C-72F8A23E13EB}">
      <dgm:prSet/>
      <dgm:spPr/>
      <dgm:t>
        <a:bodyPr/>
        <a:lstStyle/>
        <a:p>
          <a:endParaRPr lang="en-US"/>
        </a:p>
      </dgm:t>
    </dgm:pt>
    <dgm:pt modelId="{DF683C8C-772E-449A-B8C4-EAEC95AA32AB}" type="sibTrans" cxnId="{B46875F7-821A-46FD-B60C-72F8A23E13EB}">
      <dgm:prSet/>
      <dgm:spPr/>
      <dgm:t>
        <a:bodyPr/>
        <a:lstStyle/>
        <a:p>
          <a:endParaRPr lang="en-US"/>
        </a:p>
      </dgm:t>
    </dgm:pt>
    <dgm:pt modelId="{53546314-4B9D-4300-A2E5-8FFD14E89EAB}">
      <dgm:prSet/>
      <dgm:spPr/>
      <dgm:t>
        <a:bodyPr/>
        <a:lstStyle/>
        <a:p>
          <a:r>
            <a:rPr lang="en-IN"/>
            <a:t>Emerged with the widespread use of personal computers. </a:t>
          </a:r>
          <a:endParaRPr lang="en-US"/>
        </a:p>
      </dgm:t>
    </dgm:pt>
    <dgm:pt modelId="{606273C9-96BB-428D-B1E7-5B9B7AB153A1}" type="parTrans" cxnId="{583E9962-CAED-4F37-AE26-127D83C86D91}">
      <dgm:prSet/>
      <dgm:spPr/>
      <dgm:t>
        <a:bodyPr/>
        <a:lstStyle/>
        <a:p>
          <a:endParaRPr lang="en-US"/>
        </a:p>
      </dgm:t>
    </dgm:pt>
    <dgm:pt modelId="{250DA989-1B59-41ED-8B6C-8ED4DC6A06E7}" type="sibTrans" cxnId="{583E9962-CAED-4F37-AE26-127D83C86D91}">
      <dgm:prSet/>
      <dgm:spPr/>
      <dgm:t>
        <a:bodyPr/>
        <a:lstStyle/>
        <a:p>
          <a:endParaRPr lang="en-US"/>
        </a:p>
      </dgm:t>
    </dgm:pt>
    <dgm:pt modelId="{ECC43A68-C248-4B49-9F8E-69347B48A1A6}">
      <dgm:prSet/>
      <dgm:spPr/>
      <dgm:t>
        <a:bodyPr/>
        <a:lstStyle/>
        <a:p>
          <a:r>
            <a:rPr lang="en-IN"/>
            <a:t>Increasing cybercrimes created the need to investigate </a:t>
          </a:r>
          <a:r>
            <a:rPr lang="en-IN" b="1"/>
            <a:t>digital evidence</a:t>
          </a:r>
          <a:r>
            <a:rPr lang="en-IN"/>
            <a:t>. </a:t>
          </a:r>
          <a:endParaRPr lang="en-US"/>
        </a:p>
      </dgm:t>
    </dgm:pt>
    <dgm:pt modelId="{E0E58D4C-6DEE-4A48-AF9B-26C00187E5A3}" type="parTrans" cxnId="{D4E192D7-B024-43F0-AA74-9169704D89DE}">
      <dgm:prSet/>
      <dgm:spPr/>
      <dgm:t>
        <a:bodyPr/>
        <a:lstStyle/>
        <a:p>
          <a:endParaRPr lang="en-US"/>
        </a:p>
      </dgm:t>
    </dgm:pt>
    <dgm:pt modelId="{EF2561F6-0F35-4890-94D0-E3A013A17B16}" type="sibTrans" cxnId="{D4E192D7-B024-43F0-AA74-9169704D89DE}">
      <dgm:prSet/>
      <dgm:spPr/>
      <dgm:t>
        <a:bodyPr/>
        <a:lstStyle/>
        <a:p>
          <a:endParaRPr lang="en-US"/>
        </a:p>
      </dgm:t>
    </dgm:pt>
    <dgm:pt modelId="{2A04CA7A-1AD8-4E18-8B9D-3075747A9F61}">
      <dgm:prSet/>
      <dgm:spPr/>
      <dgm:t>
        <a:bodyPr/>
        <a:lstStyle/>
        <a:p>
          <a:r>
            <a:rPr lang="en-IN" b="1"/>
            <a:t>1984:</a:t>
          </a:r>
          <a:r>
            <a:rPr lang="en-IN"/>
            <a:t> FBI established the </a:t>
          </a:r>
          <a:r>
            <a:rPr lang="en-IN" b="1"/>
            <a:t>Computer Analysis and Response Team (CART)</a:t>
          </a:r>
          <a:r>
            <a:rPr lang="en-IN"/>
            <a:t>. </a:t>
          </a:r>
          <a:endParaRPr lang="en-US"/>
        </a:p>
      </dgm:t>
    </dgm:pt>
    <dgm:pt modelId="{25D9C6AC-3DF8-47F1-90D5-9859967B2D1E}" type="parTrans" cxnId="{68377145-93E4-41A2-A885-E773E8E73E07}">
      <dgm:prSet/>
      <dgm:spPr/>
      <dgm:t>
        <a:bodyPr/>
        <a:lstStyle/>
        <a:p>
          <a:endParaRPr lang="en-US"/>
        </a:p>
      </dgm:t>
    </dgm:pt>
    <dgm:pt modelId="{9D5786D2-B254-4FF7-A605-C7C88ED3854E}" type="sibTrans" cxnId="{68377145-93E4-41A2-A885-E773E8E73E07}">
      <dgm:prSet/>
      <dgm:spPr/>
      <dgm:t>
        <a:bodyPr/>
        <a:lstStyle/>
        <a:p>
          <a:endParaRPr lang="en-US"/>
        </a:p>
      </dgm:t>
    </dgm:pt>
    <dgm:pt modelId="{BF466967-F2AD-45F2-9AFB-331B22371C93}">
      <dgm:prSet/>
      <dgm:spPr/>
      <dgm:t>
        <a:bodyPr/>
        <a:lstStyle/>
        <a:p>
          <a:r>
            <a:rPr lang="en-IN"/>
            <a:t>UK Metropolitan Police established a </a:t>
          </a:r>
          <a:r>
            <a:rPr lang="en-IN" b="1"/>
            <a:t>computer crime unit</a:t>
          </a:r>
          <a:r>
            <a:rPr lang="en-IN"/>
            <a:t> within the Fraud Squad. </a:t>
          </a:r>
          <a:endParaRPr lang="en-US"/>
        </a:p>
      </dgm:t>
    </dgm:pt>
    <dgm:pt modelId="{E14B9A0A-7956-4261-B080-D97B0CE14AFD}" type="parTrans" cxnId="{05345088-61C4-4C3C-8B7E-73B60187E926}">
      <dgm:prSet/>
      <dgm:spPr/>
      <dgm:t>
        <a:bodyPr/>
        <a:lstStyle/>
        <a:p>
          <a:endParaRPr lang="en-US"/>
        </a:p>
      </dgm:t>
    </dgm:pt>
    <dgm:pt modelId="{C058B23C-789C-408C-B5BF-7463621D628B}" type="sibTrans" cxnId="{05345088-61C4-4C3C-8B7E-73B60187E926}">
      <dgm:prSet/>
      <dgm:spPr/>
      <dgm:t>
        <a:bodyPr/>
        <a:lstStyle/>
        <a:p>
          <a:endParaRPr lang="en-US"/>
        </a:p>
      </dgm:t>
    </dgm:pt>
    <dgm:pt modelId="{7C446D9D-EAF2-4DEB-8CF7-0BBD21EAC9F7}">
      <dgm:prSet/>
      <dgm:spPr/>
      <dgm:t>
        <a:bodyPr/>
        <a:lstStyle/>
        <a:p>
          <a:r>
            <a:rPr lang="en-IN"/>
            <a:t>Early investigations relied mainly on </a:t>
          </a:r>
          <a:r>
            <a:rPr lang="en-IN" b="1"/>
            <a:t>ad-hoc methods</a:t>
          </a:r>
          <a:r>
            <a:rPr lang="en-IN"/>
            <a:t> without standardized procedures. </a:t>
          </a:r>
          <a:endParaRPr lang="en-US"/>
        </a:p>
      </dgm:t>
    </dgm:pt>
    <dgm:pt modelId="{51D6E115-F7A2-4DB8-B5FA-27D1575B49D7}" type="parTrans" cxnId="{B5F76A5C-E53A-44DC-BBA1-2E26966C289D}">
      <dgm:prSet/>
      <dgm:spPr/>
      <dgm:t>
        <a:bodyPr/>
        <a:lstStyle/>
        <a:p>
          <a:endParaRPr lang="en-US"/>
        </a:p>
      </dgm:t>
    </dgm:pt>
    <dgm:pt modelId="{16722F9F-A994-4DFE-BAD2-7D2E1BA82EB2}" type="sibTrans" cxnId="{B5F76A5C-E53A-44DC-BBA1-2E26966C289D}">
      <dgm:prSet/>
      <dgm:spPr/>
      <dgm:t>
        <a:bodyPr/>
        <a:lstStyle/>
        <a:p>
          <a:endParaRPr lang="en-US"/>
        </a:p>
      </dgm:t>
    </dgm:pt>
    <dgm:pt modelId="{8AFA7276-2464-473E-A27D-0424F7C748ED}">
      <dgm:prSet/>
      <dgm:spPr/>
      <dgm:t>
        <a:bodyPr/>
        <a:lstStyle/>
        <a:p>
          <a:r>
            <a:rPr lang="en-IN" b="1"/>
            <a:t>1990s – Establishment of Standards</a:t>
          </a:r>
          <a:r>
            <a:rPr lang="en-IN"/>
            <a:t> </a:t>
          </a:r>
          <a:endParaRPr lang="en-US"/>
        </a:p>
      </dgm:t>
    </dgm:pt>
    <dgm:pt modelId="{5E2D32BA-E761-4A83-807F-FCC3BCD2A2C5}" type="parTrans" cxnId="{5B39343F-7379-4361-9BCC-778A3E6104FC}">
      <dgm:prSet/>
      <dgm:spPr/>
      <dgm:t>
        <a:bodyPr/>
        <a:lstStyle/>
        <a:p>
          <a:endParaRPr lang="en-US"/>
        </a:p>
      </dgm:t>
    </dgm:pt>
    <dgm:pt modelId="{23C3D733-D908-451C-B2CC-29D10CB7F3CC}" type="sibTrans" cxnId="{5B39343F-7379-4361-9BCC-778A3E6104FC}">
      <dgm:prSet/>
      <dgm:spPr/>
      <dgm:t>
        <a:bodyPr/>
        <a:lstStyle/>
        <a:p>
          <a:endParaRPr lang="en-US"/>
        </a:p>
      </dgm:t>
    </dgm:pt>
    <dgm:pt modelId="{FEC44FC0-456E-42DA-AB3F-95BBAC67C6E6}">
      <dgm:prSet/>
      <dgm:spPr/>
      <dgm:t>
        <a:bodyPr/>
        <a:lstStyle/>
        <a:p>
          <a:r>
            <a:rPr lang="en-IN"/>
            <a:t>Investigators recognized the need for </a:t>
          </a:r>
          <a:r>
            <a:rPr lang="en-IN" b="1"/>
            <a:t>standardized digital forensic methods</a:t>
          </a:r>
          <a:r>
            <a:rPr lang="en-IN"/>
            <a:t>. </a:t>
          </a:r>
          <a:endParaRPr lang="en-US"/>
        </a:p>
      </dgm:t>
    </dgm:pt>
    <dgm:pt modelId="{502EF26C-F81A-418B-B99A-C2F636A5838F}" type="parTrans" cxnId="{6DE6DAAC-FC1F-494E-ABDD-631B2CF35819}">
      <dgm:prSet/>
      <dgm:spPr/>
      <dgm:t>
        <a:bodyPr/>
        <a:lstStyle/>
        <a:p>
          <a:endParaRPr lang="en-US"/>
        </a:p>
      </dgm:t>
    </dgm:pt>
    <dgm:pt modelId="{366FDBF5-8990-4CAD-B28D-F217CFE978DE}" type="sibTrans" cxnId="{6DE6DAAC-FC1F-494E-ABDD-631B2CF35819}">
      <dgm:prSet/>
      <dgm:spPr/>
      <dgm:t>
        <a:bodyPr/>
        <a:lstStyle/>
        <a:p>
          <a:endParaRPr lang="en-US"/>
        </a:p>
      </dgm:t>
    </dgm:pt>
    <dgm:pt modelId="{BAD347CE-7803-4E58-A528-C2BBDBCE5EE7}">
      <dgm:prSet/>
      <dgm:spPr/>
      <dgm:t>
        <a:bodyPr/>
        <a:lstStyle/>
        <a:p>
          <a:r>
            <a:rPr lang="en-IN" b="1"/>
            <a:t>1994–1995:</a:t>
          </a:r>
          <a:r>
            <a:rPr lang="en-IN"/>
            <a:t> UK Police Staff College conferences at </a:t>
          </a:r>
          <a:r>
            <a:rPr lang="en-IN" b="1"/>
            <a:t>Bramshill</a:t>
          </a:r>
          <a:r>
            <a:rPr lang="en-IN"/>
            <a:t> contributed to modern digital forensic methodology. </a:t>
          </a:r>
          <a:endParaRPr lang="en-US"/>
        </a:p>
      </dgm:t>
    </dgm:pt>
    <dgm:pt modelId="{E6F22A5F-11D0-4A30-9FB3-B107EF15BF8B}" type="parTrans" cxnId="{832D222D-B122-4C03-AC95-E6E59CE434D4}">
      <dgm:prSet/>
      <dgm:spPr/>
      <dgm:t>
        <a:bodyPr/>
        <a:lstStyle/>
        <a:p>
          <a:endParaRPr lang="en-US"/>
        </a:p>
      </dgm:t>
    </dgm:pt>
    <dgm:pt modelId="{3E04F8DB-95CD-45E5-A0B4-9190D3005AD8}" type="sibTrans" cxnId="{832D222D-B122-4C03-AC95-E6E59CE434D4}">
      <dgm:prSet/>
      <dgm:spPr/>
      <dgm:t>
        <a:bodyPr/>
        <a:lstStyle/>
        <a:p>
          <a:endParaRPr lang="en-US"/>
        </a:p>
      </dgm:t>
    </dgm:pt>
    <dgm:pt modelId="{5675D13A-F086-464B-97F3-23BDD7209ED2}">
      <dgm:prSet/>
      <dgm:spPr/>
      <dgm:t>
        <a:bodyPr/>
        <a:lstStyle/>
        <a:p>
          <a:r>
            <a:rPr lang="en-IN" b="1"/>
            <a:t>1998:</a:t>
          </a:r>
          <a:r>
            <a:rPr lang="en-IN"/>
            <a:t> UK </a:t>
          </a:r>
          <a:r>
            <a:rPr lang="en-IN" b="1"/>
            <a:t>Association of Chief Police Officers (ACPO)</a:t>
          </a:r>
          <a:r>
            <a:rPr lang="en-IN"/>
            <a:t> published the </a:t>
          </a:r>
          <a:r>
            <a:rPr lang="en-IN" i="1"/>
            <a:t>Good Practice Guide for Digital Evidence</a:t>
          </a:r>
          <a:r>
            <a:rPr lang="en-IN"/>
            <a:t>. </a:t>
          </a:r>
          <a:endParaRPr lang="en-US"/>
        </a:p>
      </dgm:t>
    </dgm:pt>
    <dgm:pt modelId="{C209E00E-1F2A-4F30-BA11-2F82FC810D17}" type="parTrans" cxnId="{F8265F5F-49AE-4689-AD6D-32804793F500}">
      <dgm:prSet/>
      <dgm:spPr/>
      <dgm:t>
        <a:bodyPr/>
        <a:lstStyle/>
        <a:p>
          <a:endParaRPr lang="en-US"/>
        </a:p>
      </dgm:t>
    </dgm:pt>
    <dgm:pt modelId="{815025D4-493B-47DF-9B51-A40B393ACAC7}" type="sibTrans" cxnId="{F8265F5F-49AE-4689-AD6D-32804793F500}">
      <dgm:prSet/>
      <dgm:spPr/>
      <dgm:t>
        <a:bodyPr/>
        <a:lstStyle/>
        <a:p>
          <a:endParaRPr lang="en-US"/>
        </a:p>
      </dgm:t>
    </dgm:pt>
    <dgm:pt modelId="{F488B228-B11B-40E0-9448-98C42C4A66AC}">
      <dgm:prSet/>
      <dgm:spPr/>
      <dgm:t>
        <a:bodyPr/>
        <a:lstStyle/>
        <a:p>
          <a:r>
            <a:rPr lang="en-IN"/>
            <a:t>These guidelines became the foundation for </a:t>
          </a:r>
          <a:r>
            <a:rPr lang="en-IN" b="1"/>
            <a:t>digital forensic standards and best practices</a:t>
          </a:r>
          <a:r>
            <a:rPr lang="en-IN"/>
            <a:t>. </a:t>
          </a:r>
          <a:endParaRPr lang="en-US"/>
        </a:p>
      </dgm:t>
    </dgm:pt>
    <dgm:pt modelId="{C6893EFA-F6A2-4E21-94F0-4805F965757C}" type="parTrans" cxnId="{6BF0D581-2FD5-44CE-BDAD-34E5288AE551}">
      <dgm:prSet/>
      <dgm:spPr/>
      <dgm:t>
        <a:bodyPr/>
        <a:lstStyle/>
        <a:p>
          <a:endParaRPr lang="en-US"/>
        </a:p>
      </dgm:t>
    </dgm:pt>
    <dgm:pt modelId="{C0A7D151-22BD-4A94-81AE-7EEE61D8AC7C}" type="sibTrans" cxnId="{6BF0D581-2FD5-44CE-BDAD-34E5288AE551}">
      <dgm:prSet/>
      <dgm:spPr/>
      <dgm:t>
        <a:bodyPr/>
        <a:lstStyle/>
        <a:p>
          <a:endParaRPr lang="en-US"/>
        </a:p>
      </dgm:t>
    </dgm:pt>
    <dgm:pt modelId="{72CEA7B7-45DD-4BDC-B452-9FC25C38594C}">
      <dgm:prSet/>
      <dgm:spPr/>
      <dgm:t>
        <a:bodyPr/>
        <a:lstStyle/>
        <a:p>
          <a:r>
            <a:rPr lang="en-IN" b="1"/>
            <a:t>Training and Professional Development</a:t>
          </a:r>
          <a:r>
            <a:rPr lang="en-IN"/>
            <a:t> </a:t>
          </a:r>
          <a:endParaRPr lang="en-US"/>
        </a:p>
      </dgm:t>
    </dgm:pt>
    <dgm:pt modelId="{CCA1311C-8747-4635-8370-BC178F8BEE1C}" type="parTrans" cxnId="{05EDC613-421F-4124-9B42-7FD7E79EA5B9}">
      <dgm:prSet/>
      <dgm:spPr/>
      <dgm:t>
        <a:bodyPr/>
        <a:lstStyle/>
        <a:p>
          <a:endParaRPr lang="en-US"/>
        </a:p>
      </dgm:t>
    </dgm:pt>
    <dgm:pt modelId="{DED0DF85-1B22-4CEC-9B7C-C2624D76EB43}" type="sibTrans" cxnId="{05EDC613-421F-4124-9B42-7FD7E79EA5B9}">
      <dgm:prSet/>
      <dgm:spPr/>
      <dgm:t>
        <a:bodyPr/>
        <a:lstStyle/>
        <a:p>
          <a:endParaRPr lang="en-US"/>
        </a:p>
      </dgm:t>
    </dgm:pt>
    <dgm:pt modelId="{8AF1F05F-1F81-4F1B-8C2F-E87D41597DFA}">
      <dgm:prSet/>
      <dgm:spPr/>
      <dgm:t>
        <a:bodyPr/>
        <a:lstStyle/>
        <a:p>
          <a:r>
            <a:rPr lang="en-IN" b="1"/>
            <a:t>IACIS</a:t>
          </a:r>
          <a:r>
            <a:rPr lang="en-IN"/>
            <a:t> (International Association of Computer Investigative Specialists) was established in the US. </a:t>
          </a:r>
          <a:endParaRPr lang="en-US"/>
        </a:p>
      </dgm:t>
    </dgm:pt>
    <dgm:pt modelId="{7CB25EEA-95FA-4118-AC4A-00F5A2B23A54}" type="parTrans" cxnId="{9D16D11F-7B55-4B66-B2A2-0016645291BE}">
      <dgm:prSet/>
      <dgm:spPr/>
      <dgm:t>
        <a:bodyPr/>
        <a:lstStyle/>
        <a:p>
          <a:endParaRPr lang="en-US"/>
        </a:p>
      </dgm:t>
    </dgm:pt>
    <dgm:pt modelId="{1320C738-D322-4524-B1CD-4663C7BA829E}" type="sibTrans" cxnId="{9D16D11F-7B55-4B66-B2A2-0016645291BE}">
      <dgm:prSet/>
      <dgm:spPr/>
      <dgm:t>
        <a:bodyPr/>
        <a:lstStyle/>
        <a:p>
          <a:endParaRPr lang="en-US"/>
        </a:p>
      </dgm:t>
    </dgm:pt>
    <dgm:pt modelId="{F2193AA1-A887-417F-BE26-0DBB6FF70174}">
      <dgm:prSet/>
      <dgm:spPr/>
      <dgm:t>
        <a:bodyPr/>
        <a:lstStyle/>
        <a:p>
          <a:r>
            <a:rPr lang="en-IN"/>
            <a:t>Development of specialized training for </a:t>
          </a:r>
          <a:r>
            <a:rPr lang="en-IN" b="1"/>
            <a:t>Seized Computer Evidence Recovery Specialists (SCERS)</a:t>
          </a:r>
          <a:r>
            <a:rPr lang="en-IN"/>
            <a:t>. </a:t>
          </a:r>
          <a:endParaRPr lang="en-US"/>
        </a:p>
      </dgm:t>
    </dgm:pt>
    <dgm:pt modelId="{2EFDFF37-8E5A-4FBC-B908-9DC63E5E930B}" type="parTrans" cxnId="{46B395BB-FD7E-448F-ABE4-2C7DAAE90100}">
      <dgm:prSet/>
      <dgm:spPr/>
      <dgm:t>
        <a:bodyPr/>
        <a:lstStyle/>
        <a:p>
          <a:endParaRPr lang="en-US"/>
        </a:p>
      </dgm:t>
    </dgm:pt>
    <dgm:pt modelId="{8BD3BE82-6307-4465-BEB6-E62EB2B4A3C0}" type="sibTrans" cxnId="{46B395BB-FD7E-448F-ABE4-2C7DAAE90100}">
      <dgm:prSet/>
      <dgm:spPr/>
      <dgm:t>
        <a:bodyPr/>
        <a:lstStyle/>
        <a:p>
          <a:endParaRPr lang="en-US"/>
        </a:p>
      </dgm:t>
    </dgm:pt>
    <dgm:pt modelId="{B92B45C2-C0B5-4BF3-92B2-7B7B32112603}">
      <dgm:prSet/>
      <dgm:spPr/>
      <dgm:t>
        <a:bodyPr/>
        <a:lstStyle/>
        <a:p>
          <a:r>
            <a:rPr lang="en-IN" b="1"/>
            <a:t>Expansion of Cyber Forensics</a:t>
          </a:r>
          <a:r>
            <a:rPr lang="en-IN"/>
            <a:t> </a:t>
          </a:r>
          <a:endParaRPr lang="en-US"/>
        </a:p>
      </dgm:t>
    </dgm:pt>
    <dgm:pt modelId="{016F96AB-20C2-4942-8696-FDE0F5A40916}" type="parTrans" cxnId="{06873EEF-5337-49A8-8517-060561155382}">
      <dgm:prSet/>
      <dgm:spPr/>
      <dgm:t>
        <a:bodyPr/>
        <a:lstStyle/>
        <a:p>
          <a:endParaRPr lang="en-US"/>
        </a:p>
      </dgm:t>
    </dgm:pt>
    <dgm:pt modelId="{D8FB5AAF-83C1-4ADF-A506-2FCEC00ACEF7}" type="sibTrans" cxnId="{06873EEF-5337-49A8-8517-060561155382}">
      <dgm:prSet/>
      <dgm:spPr/>
      <dgm:t>
        <a:bodyPr/>
        <a:lstStyle/>
        <a:p>
          <a:endParaRPr lang="en-US"/>
        </a:p>
      </dgm:t>
    </dgm:pt>
    <dgm:pt modelId="{C46DE065-9A66-480D-8F02-AA14509714FC}">
      <dgm:prSet/>
      <dgm:spPr/>
      <dgm:t>
        <a:bodyPr/>
        <a:lstStyle/>
        <a:p>
          <a:r>
            <a:rPr lang="en-IN"/>
            <a:t>Evolved from informal/ad-hoc investigations into a </a:t>
          </a:r>
          <a:r>
            <a:rPr lang="en-IN" b="1"/>
            <a:t>structured forensic discipline</a:t>
          </a:r>
          <a:r>
            <a:rPr lang="en-IN"/>
            <a:t>. </a:t>
          </a:r>
          <a:endParaRPr lang="en-US"/>
        </a:p>
      </dgm:t>
    </dgm:pt>
    <dgm:pt modelId="{E764605F-7353-40AE-AC46-E6C81B5A541A}" type="parTrans" cxnId="{55ABA8A2-E0BC-41B9-8219-F838D29394D8}">
      <dgm:prSet/>
      <dgm:spPr/>
      <dgm:t>
        <a:bodyPr/>
        <a:lstStyle/>
        <a:p>
          <a:endParaRPr lang="en-US"/>
        </a:p>
      </dgm:t>
    </dgm:pt>
    <dgm:pt modelId="{0295BBB4-5F87-4CE3-9AF8-3EDDDE86FF4B}" type="sibTrans" cxnId="{55ABA8A2-E0BC-41B9-8219-F838D29394D8}">
      <dgm:prSet/>
      <dgm:spPr/>
      <dgm:t>
        <a:bodyPr/>
        <a:lstStyle/>
        <a:p>
          <a:endParaRPr lang="en-US"/>
        </a:p>
      </dgm:t>
    </dgm:pt>
    <dgm:pt modelId="{CC05DFC2-F176-4101-BA2F-C28A19C2971B}">
      <dgm:prSet/>
      <dgm:spPr/>
      <dgm:t>
        <a:bodyPr/>
        <a:lstStyle/>
        <a:p>
          <a:r>
            <a:rPr lang="en-IN"/>
            <a:t>Adoption of </a:t>
          </a:r>
          <a:r>
            <a:rPr lang="en-IN" b="1"/>
            <a:t>standard procedures, specialized forensic tools, and trained professionals</a:t>
          </a:r>
          <a:r>
            <a:rPr lang="en-IN"/>
            <a:t>. </a:t>
          </a:r>
          <a:endParaRPr lang="en-US"/>
        </a:p>
      </dgm:t>
    </dgm:pt>
    <dgm:pt modelId="{E4DF1A90-06FC-4905-A76B-EFD53C832D92}" type="parTrans" cxnId="{5EF29427-4994-425D-8564-9436C5CE080A}">
      <dgm:prSet/>
      <dgm:spPr/>
      <dgm:t>
        <a:bodyPr/>
        <a:lstStyle/>
        <a:p>
          <a:endParaRPr lang="en-US"/>
        </a:p>
      </dgm:t>
    </dgm:pt>
    <dgm:pt modelId="{D189E040-DEBD-4F12-9B3F-1C644CF9A719}" type="sibTrans" cxnId="{5EF29427-4994-425D-8564-9436C5CE080A}">
      <dgm:prSet/>
      <dgm:spPr/>
      <dgm:t>
        <a:bodyPr/>
        <a:lstStyle/>
        <a:p>
          <a:endParaRPr lang="en-US"/>
        </a:p>
      </dgm:t>
    </dgm:pt>
    <dgm:pt modelId="{2EB63D05-0B31-4FC7-820B-878F55623FCA}">
      <dgm:prSet/>
      <dgm:spPr/>
      <dgm:t>
        <a:bodyPr/>
        <a:lstStyle/>
        <a:p>
          <a:r>
            <a:rPr lang="en-IN"/>
            <a:t>Expanded beyond law enforcement to </a:t>
          </a:r>
          <a:r>
            <a:rPr lang="en-IN" b="1"/>
            <a:t>corporate investigations and civil litigation</a:t>
          </a:r>
          <a:r>
            <a:rPr lang="en-IN"/>
            <a:t>. </a:t>
          </a:r>
          <a:endParaRPr lang="en-US"/>
        </a:p>
      </dgm:t>
    </dgm:pt>
    <dgm:pt modelId="{CD0B23A4-DA72-43CA-831B-25B8F31626BA}" type="parTrans" cxnId="{CF1D4276-555D-4114-84F4-2EBC7D5B5E70}">
      <dgm:prSet/>
      <dgm:spPr/>
      <dgm:t>
        <a:bodyPr/>
        <a:lstStyle/>
        <a:p>
          <a:endParaRPr lang="en-US"/>
        </a:p>
      </dgm:t>
    </dgm:pt>
    <dgm:pt modelId="{D2491F99-DF19-4D2F-9D12-12175AEB2AB2}" type="sibTrans" cxnId="{CF1D4276-555D-4114-84F4-2EBC7D5B5E70}">
      <dgm:prSet/>
      <dgm:spPr/>
      <dgm:t>
        <a:bodyPr/>
        <a:lstStyle/>
        <a:p>
          <a:endParaRPr lang="en-US"/>
        </a:p>
      </dgm:t>
    </dgm:pt>
    <dgm:pt modelId="{A2CE64D0-A2B7-4BD2-9D5C-0AFC27898CEE}">
      <dgm:prSet/>
      <dgm:spPr/>
      <dgm:t>
        <a:bodyPr/>
        <a:lstStyle/>
        <a:p>
          <a:r>
            <a:rPr lang="en-IN"/>
            <a:t>Digital evidence became increasingly important in </a:t>
          </a:r>
          <a:r>
            <a:rPr lang="en-IN" b="1"/>
            <a:t>criminal investigations and legal proceedings</a:t>
          </a:r>
          <a:r>
            <a:rPr lang="en-IN"/>
            <a:t>.</a:t>
          </a:r>
          <a:endParaRPr lang="en-US"/>
        </a:p>
      </dgm:t>
    </dgm:pt>
    <dgm:pt modelId="{4C1DFF78-1F4F-474A-9221-5D4A4EB5A4C4}" type="parTrans" cxnId="{79BF2494-17A9-44F8-BEAD-41675CA83BAA}">
      <dgm:prSet/>
      <dgm:spPr/>
      <dgm:t>
        <a:bodyPr/>
        <a:lstStyle/>
        <a:p>
          <a:endParaRPr lang="en-US"/>
        </a:p>
      </dgm:t>
    </dgm:pt>
    <dgm:pt modelId="{7C83BC00-5BF9-4C33-80A5-659A187C0F6C}" type="sibTrans" cxnId="{79BF2494-17A9-44F8-BEAD-41675CA83BAA}">
      <dgm:prSet/>
      <dgm:spPr/>
      <dgm:t>
        <a:bodyPr/>
        <a:lstStyle/>
        <a:p>
          <a:endParaRPr lang="en-US"/>
        </a:p>
      </dgm:t>
    </dgm:pt>
    <dgm:pt modelId="{EA640804-5000-4287-85D4-CF1258BCFF90}" type="pres">
      <dgm:prSet presAssocID="{7776568E-3707-4797-8C11-16BB7E2FDD59}" presName="Name0" presStyleCnt="0">
        <dgm:presLayoutVars>
          <dgm:dir/>
          <dgm:animLvl val="lvl"/>
          <dgm:resizeHandles val="exact"/>
        </dgm:presLayoutVars>
      </dgm:prSet>
      <dgm:spPr/>
    </dgm:pt>
    <dgm:pt modelId="{5B4D7C1E-2C94-42E6-B274-DCE6C791038B}" type="pres">
      <dgm:prSet presAssocID="{09EAE459-B088-4E0D-8B0F-C9BCA7231E04}" presName="composite" presStyleCnt="0"/>
      <dgm:spPr/>
    </dgm:pt>
    <dgm:pt modelId="{386782E9-DE50-489F-B3CB-C2A6B0ADC0BF}" type="pres">
      <dgm:prSet presAssocID="{09EAE459-B088-4E0D-8B0F-C9BCA7231E04}" presName="parTx" presStyleLbl="alignNode1" presStyleIdx="0" presStyleCnt="4">
        <dgm:presLayoutVars>
          <dgm:chMax val="0"/>
          <dgm:chPref val="0"/>
          <dgm:bulletEnabled val="1"/>
        </dgm:presLayoutVars>
      </dgm:prSet>
      <dgm:spPr/>
    </dgm:pt>
    <dgm:pt modelId="{05AE48C0-ECF0-4CAC-84D2-9267C8DBE30D}" type="pres">
      <dgm:prSet presAssocID="{09EAE459-B088-4E0D-8B0F-C9BCA7231E04}" presName="desTx" presStyleLbl="alignAccFollowNode1" presStyleIdx="0" presStyleCnt="4">
        <dgm:presLayoutVars>
          <dgm:bulletEnabled val="1"/>
        </dgm:presLayoutVars>
      </dgm:prSet>
      <dgm:spPr/>
    </dgm:pt>
    <dgm:pt modelId="{B9C2137E-AD7F-4B7E-BC14-ACFA2BDCCFE0}" type="pres">
      <dgm:prSet presAssocID="{DF683C8C-772E-449A-B8C4-EAEC95AA32AB}" presName="space" presStyleCnt="0"/>
      <dgm:spPr/>
    </dgm:pt>
    <dgm:pt modelId="{E2BE8DBB-B272-4054-9D82-84DB2BBB41EB}" type="pres">
      <dgm:prSet presAssocID="{8AFA7276-2464-473E-A27D-0424F7C748ED}" presName="composite" presStyleCnt="0"/>
      <dgm:spPr/>
    </dgm:pt>
    <dgm:pt modelId="{C180C2DE-A012-4870-A91C-CFA9EC7BEA6B}" type="pres">
      <dgm:prSet presAssocID="{8AFA7276-2464-473E-A27D-0424F7C748ED}" presName="parTx" presStyleLbl="alignNode1" presStyleIdx="1" presStyleCnt="4">
        <dgm:presLayoutVars>
          <dgm:chMax val="0"/>
          <dgm:chPref val="0"/>
          <dgm:bulletEnabled val="1"/>
        </dgm:presLayoutVars>
      </dgm:prSet>
      <dgm:spPr/>
    </dgm:pt>
    <dgm:pt modelId="{75A3DD99-7AD2-4FEB-969B-72FE76C5C76F}" type="pres">
      <dgm:prSet presAssocID="{8AFA7276-2464-473E-A27D-0424F7C748ED}" presName="desTx" presStyleLbl="alignAccFollowNode1" presStyleIdx="1" presStyleCnt="4">
        <dgm:presLayoutVars>
          <dgm:bulletEnabled val="1"/>
        </dgm:presLayoutVars>
      </dgm:prSet>
      <dgm:spPr/>
    </dgm:pt>
    <dgm:pt modelId="{96DC6EA5-E61F-41C6-8413-841006BE8553}" type="pres">
      <dgm:prSet presAssocID="{23C3D733-D908-451C-B2CC-29D10CB7F3CC}" presName="space" presStyleCnt="0"/>
      <dgm:spPr/>
    </dgm:pt>
    <dgm:pt modelId="{59EE7712-FCA3-4469-9385-1A7E81C79523}" type="pres">
      <dgm:prSet presAssocID="{72CEA7B7-45DD-4BDC-B452-9FC25C38594C}" presName="composite" presStyleCnt="0"/>
      <dgm:spPr/>
    </dgm:pt>
    <dgm:pt modelId="{C6A7118A-0270-4292-A403-90E02182C5AE}" type="pres">
      <dgm:prSet presAssocID="{72CEA7B7-45DD-4BDC-B452-9FC25C38594C}" presName="parTx" presStyleLbl="alignNode1" presStyleIdx="2" presStyleCnt="4">
        <dgm:presLayoutVars>
          <dgm:chMax val="0"/>
          <dgm:chPref val="0"/>
          <dgm:bulletEnabled val="1"/>
        </dgm:presLayoutVars>
      </dgm:prSet>
      <dgm:spPr/>
    </dgm:pt>
    <dgm:pt modelId="{A2C342B5-0354-4B41-A1A5-A95BDD2EA1E9}" type="pres">
      <dgm:prSet presAssocID="{72CEA7B7-45DD-4BDC-B452-9FC25C38594C}" presName="desTx" presStyleLbl="alignAccFollowNode1" presStyleIdx="2" presStyleCnt="4">
        <dgm:presLayoutVars>
          <dgm:bulletEnabled val="1"/>
        </dgm:presLayoutVars>
      </dgm:prSet>
      <dgm:spPr/>
    </dgm:pt>
    <dgm:pt modelId="{0D4933F6-76F0-4A59-81B4-0D086564E105}" type="pres">
      <dgm:prSet presAssocID="{DED0DF85-1B22-4CEC-9B7C-C2624D76EB43}" presName="space" presStyleCnt="0"/>
      <dgm:spPr/>
    </dgm:pt>
    <dgm:pt modelId="{2AD88E7D-3224-4006-98A9-824C1CFEBEBF}" type="pres">
      <dgm:prSet presAssocID="{B92B45C2-C0B5-4BF3-92B2-7B7B32112603}" presName="composite" presStyleCnt="0"/>
      <dgm:spPr/>
    </dgm:pt>
    <dgm:pt modelId="{649A14DD-CD44-4608-A485-25BE566E447A}" type="pres">
      <dgm:prSet presAssocID="{B92B45C2-C0B5-4BF3-92B2-7B7B32112603}" presName="parTx" presStyleLbl="alignNode1" presStyleIdx="3" presStyleCnt="4">
        <dgm:presLayoutVars>
          <dgm:chMax val="0"/>
          <dgm:chPref val="0"/>
          <dgm:bulletEnabled val="1"/>
        </dgm:presLayoutVars>
      </dgm:prSet>
      <dgm:spPr/>
    </dgm:pt>
    <dgm:pt modelId="{D47B922B-C672-45BE-9E94-3D15B49D4394}" type="pres">
      <dgm:prSet presAssocID="{B92B45C2-C0B5-4BF3-92B2-7B7B32112603}" presName="desTx" presStyleLbl="alignAccFollowNode1" presStyleIdx="3" presStyleCnt="4">
        <dgm:presLayoutVars>
          <dgm:bulletEnabled val="1"/>
        </dgm:presLayoutVars>
      </dgm:prSet>
      <dgm:spPr/>
    </dgm:pt>
  </dgm:ptLst>
  <dgm:cxnLst>
    <dgm:cxn modelId="{585BFE03-035F-441F-A1DE-5A7B4058442E}" type="presOf" srcId="{B92B45C2-C0B5-4BF3-92B2-7B7B32112603}" destId="{649A14DD-CD44-4608-A485-25BE566E447A}" srcOrd="0" destOrd="0" presId="urn:microsoft.com/office/officeart/2005/8/layout/hList1"/>
    <dgm:cxn modelId="{05EDC613-421F-4124-9B42-7FD7E79EA5B9}" srcId="{7776568E-3707-4797-8C11-16BB7E2FDD59}" destId="{72CEA7B7-45DD-4BDC-B452-9FC25C38594C}" srcOrd="2" destOrd="0" parTransId="{CCA1311C-8747-4635-8370-BC178F8BEE1C}" sibTransId="{DED0DF85-1B22-4CEC-9B7C-C2624D76EB43}"/>
    <dgm:cxn modelId="{4A1A521A-DC48-4AD6-A1BD-17FA5A10DED6}" type="presOf" srcId="{7C446D9D-EAF2-4DEB-8CF7-0BBD21EAC9F7}" destId="{05AE48C0-ECF0-4CAC-84D2-9267C8DBE30D}" srcOrd="0" destOrd="4" presId="urn:microsoft.com/office/officeart/2005/8/layout/hList1"/>
    <dgm:cxn modelId="{9D16D11F-7B55-4B66-B2A2-0016645291BE}" srcId="{72CEA7B7-45DD-4BDC-B452-9FC25C38594C}" destId="{8AF1F05F-1F81-4F1B-8C2F-E87D41597DFA}" srcOrd="0" destOrd="0" parTransId="{7CB25EEA-95FA-4118-AC4A-00F5A2B23A54}" sibTransId="{1320C738-D322-4524-B1CD-4663C7BA829E}"/>
    <dgm:cxn modelId="{BD4AD025-3BA5-4724-AAC5-E506B01939F5}" type="presOf" srcId="{F488B228-B11B-40E0-9448-98C42C4A66AC}" destId="{75A3DD99-7AD2-4FEB-969B-72FE76C5C76F}" srcOrd="0" destOrd="3" presId="urn:microsoft.com/office/officeart/2005/8/layout/hList1"/>
    <dgm:cxn modelId="{5EF29427-4994-425D-8564-9436C5CE080A}" srcId="{B92B45C2-C0B5-4BF3-92B2-7B7B32112603}" destId="{CC05DFC2-F176-4101-BA2F-C28A19C2971B}" srcOrd="1" destOrd="0" parTransId="{E4DF1A90-06FC-4905-A76B-EFD53C832D92}" sibTransId="{D189E040-DEBD-4F12-9B3F-1C644CF9A719}"/>
    <dgm:cxn modelId="{23268F2A-8FA8-462B-A0C9-00CDF2ADDCD5}" type="presOf" srcId="{F2193AA1-A887-417F-BE26-0DBB6FF70174}" destId="{A2C342B5-0354-4B41-A1A5-A95BDD2EA1E9}" srcOrd="0" destOrd="1" presId="urn:microsoft.com/office/officeart/2005/8/layout/hList1"/>
    <dgm:cxn modelId="{71381B2B-B012-4FE0-8D85-4080947A7209}" type="presOf" srcId="{CC05DFC2-F176-4101-BA2F-C28A19C2971B}" destId="{D47B922B-C672-45BE-9E94-3D15B49D4394}" srcOrd="0" destOrd="1" presId="urn:microsoft.com/office/officeart/2005/8/layout/hList1"/>
    <dgm:cxn modelId="{832D222D-B122-4C03-AC95-E6E59CE434D4}" srcId="{8AFA7276-2464-473E-A27D-0424F7C748ED}" destId="{BAD347CE-7803-4E58-A528-C2BBDBCE5EE7}" srcOrd="1" destOrd="0" parTransId="{E6F22A5F-11D0-4A30-9FB3-B107EF15BF8B}" sibTransId="{3E04F8DB-95CD-45E5-A0B4-9190D3005AD8}"/>
    <dgm:cxn modelId="{5B39343F-7379-4361-9BCC-778A3E6104FC}" srcId="{7776568E-3707-4797-8C11-16BB7E2FDD59}" destId="{8AFA7276-2464-473E-A27D-0424F7C748ED}" srcOrd="1" destOrd="0" parTransId="{5E2D32BA-E761-4A83-807F-FCC3BCD2A2C5}" sibTransId="{23C3D733-D908-451C-B2CC-29D10CB7F3CC}"/>
    <dgm:cxn modelId="{A9B4DB5B-6B74-4C9B-9BEB-41242C1B0BD9}" type="presOf" srcId="{C46DE065-9A66-480D-8F02-AA14509714FC}" destId="{D47B922B-C672-45BE-9E94-3D15B49D4394}" srcOrd="0" destOrd="0" presId="urn:microsoft.com/office/officeart/2005/8/layout/hList1"/>
    <dgm:cxn modelId="{B5F76A5C-E53A-44DC-BBA1-2E26966C289D}" srcId="{09EAE459-B088-4E0D-8B0F-C9BCA7231E04}" destId="{7C446D9D-EAF2-4DEB-8CF7-0BBD21EAC9F7}" srcOrd="4" destOrd="0" parTransId="{51D6E115-F7A2-4DB8-B5FA-27D1575B49D7}" sibTransId="{16722F9F-A994-4DFE-BAD2-7D2E1BA82EB2}"/>
    <dgm:cxn modelId="{7CDC3A5E-B151-4093-8EBA-E8FDFFF426D0}" type="presOf" srcId="{FEC44FC0-456E-42DA-AB3F-95BBAC67C6E6}" destId="{75A3DD99-7AD2-4FEB-969B-72FE76C5C76F}" srcOrd="0" destOrd="0" presId="urn:microsoft.com/office/officeart/2005/8/layout/hList1"/>
    <dgm:cxn modelId="{F8265F5F-49AE-4689-AD6D-32804793F500}" srcId="{8AFA7276-2464-473E-A27D-0424F7C748ED}" destId="{5675D13A-F086-464B-97F3-23BDD7209ED2}" srcOrd="2" destOrd="0" parTransId="{C209E00E-1F2A-4F30-BA11-2F82FC810D17}" sibTransId="{815025D4-493B-47DF-9B51-A40B393ACAC7}"/>
    <dgm:cxn modelId="{2B239C41-9CEF-43DA-808B-70DCB26B5102}" type="presOf" srcId="{BF466967-F2AD-45F2-9AFB-331B22371C93}" destId="{05AE48C0-ECF0-4CAC-84D2-9267C8DBE30D}" srcOrd="0" destOrd="3" presId="urn:microsoft.com/office/officeart/2005/8/layout/hList1"/>
    <dgm:cxn modelId="{583E9962-CAED-4F37-AE26-127D83C86D91}" srcId="{09EAE459-B088-4E0D-8B0F-C9BCA7231E04}" destId="{53546314-4B9D-4300-A2E5-8FFD14E89EAB}" srcOrd="0" destOrd="0" parTransId="{606273C9-96BB-428D-B1E7-5B9B7AB153A1}" sibTransId="{250DA989-1B59-41ED-8B6C-8ED4DC6A06E7}"/>
    <dgm:cxn modelId="{68377145-93E4-41A2-A885-E773E8E73E07}" srcId="{09EAE459-B088-4E0D-8B0F-C9BCA7231E04}" destId="{2A04CA7A-1AD8-4E18-8B9D-3075747A9F61}" srcOrd="2" destOrd="0" parTransId="{25D9C6AC-3DF8-47F1-90D5-9859967B2D1E}" sibTransId="{9D5786D2-B254-4FF7-A605-C7C88ED3854E}"/>
    <dgm:cxn modelId="{C8C48A65-8EC1-4EF4-A1AC-D03D41DBEA57}" type="presOf" srcId="{53546314-4B9D-4300-A2E5-8FFD14E89EAB}" destId="{05AE48C0-ECF0-4CAC-84D2-9267C8DBE30D}" srcOrd="0" destOrd="0" presId="urn:microsoft.com/office/officeart/2005/8/layout/hList1"/>
    <dgm:cxn modelId="{63463E67-02EC-4932-ACE3-6202ABC6544F}" type="presOf" srcId="{2EB63D05-0B31-4FC7-820B-878F55623FCA}" destId="{D47B922B-C672-45BE-9E94-3D15B49D4394}" srcOrd="0" destOrd="2" presId="urn:microsoft.com/office/officeart/2005/8/layout/hList1"/>
    <dgm:cxn modelId="{903CFA6F-90E8-4320-8D8B-00AAF46E43AB}" type="presOf" srcId="{A2CE64D0-A2B7-4BD2-9D5C-0AFC27898CEE}" destId="{D47B922B-C672-45BE-9E94-3D15B49D4394}" srcOrd="0" destOrd="3" presId="urn:microsoft.com/office/officeart/2005/8/layout/hList1"/>
    <dgm:cxn modelId="{F96C7374-11CE-44EC-B435-BA4BCFD85941}" type="presOf" srcId="{72CEA7B7-45DD-4BDC-B452-9FC25C38594C}" destId="{C6A7118A-0270-4292-A403-90E02182C5AE}" srcOrd="0" destOrd="0" presId="urn:microsoft.com/office/officeart/2005/8/layout/hList1"/>
    <dgm:cxn modelId="{CF1D4276-555D-4114-84F4-2EBC7D5B5E70}" srcId="{B92B45C2-C0B5-4BF3-92B2-7B7B32112603}" destId="{2EB63D05-0B31-4FC7-820B-878F55623FCA}" srcOrd="2" destOrd="0" parTransId="{CD0B23A4-DA72-43CA-831B-25B8F31626BA}" sibTransId="{D2491F99-DF19-4D2F-9D12-12175AEB2AB2}"/>
    <dgm:cxn modelId="{74FD9079-903D-49A4-97DB-D6A14ABA7AB6}" type="presOf" srcId="{8AF1F05F-1F81-4F1B-8C2F-E87D41597DFA}" destId="{A2C342B5-0354-4B41-A1A5-A95BDD2EA1E9}" srcOrd="0" destOrd="0" presId="urn:microsoft.com/office/officeart/2005/8/layout/hList1"/>
    <dgm:cxn modelId="{6BF0D581-2FD5-44CE-BDAD-34E5288AE551}" srcId="{8AFA7276-2464-473E-A27D-0424F7C748ED}" destId="{F488B228-B11B-40E0-9448-98C42C4A66AC}" srcOrd="3" destOrd="0" parTransId="{C6893EFA-F6A2-4E21-94F0-4805F965757C}" sibTransId="{C0A7D151-22BD-4A94-81AE-7EEE61D8AC7C}"/>
    <dgm:cxn modelId="{05345088-61C4-4C3C-8B7E-73B60187E926}" srcId="{09EAE459-B088-4E0D-8B0F-C9BCA7231E04}" destId="{BF466967-F2AD-45F2-9AFB-331B22371C93}" srcOrd="3" destOrd="0" parTransId="{E14B9A0A-7956-4261-B080-D97B0CE14AFD}" sibTransId="{C058B23C-789C-408C-B5BF-7463621D628B}"/>
    <dgm:cxn modelId="{1DB71D8D-2859-49AC-BEE2-3389D94C918F}" type="presOf" srcId="{BAD347CE-7803-4E58-A528-C2BBDBCE5EE7}" destId="{75A3DD99-7AD2-4FEB-969B-72FE76C5C76F}" srcOrd="0" destOrd="1" presId="urn:microsoft.com/office/officeart/2005/8/layout/hList1"/>
    <dgm:cxn modelId="{79BF2494-17A9-44F8-BEAD-41675CA83BAA}" srcId="{B92B45C2-C0B5-4BF3-92B2-7B7B32112603}" destId="{A2CE64D0-A2B7-4BD2-9D5C-0AFC27898CEE}" srcOrd="3" destOrd="0" parTransId="{4C1DFF78-1F4F-474A-9221-5D4A4EB5A4C4}" sibTransId="{7C83BC00-5BF9-4C33-80A5-659A187C0F6C}"/>
    <dgm:cxn modelId="{55ABA8A2-E0BC-41B9-8219-F838D29394D8}" srcId="{B92B45C2-C0B5-4BF3-92B2-7B7B32112603}" destId="{C46DE065-9A66-480D-8F02-AA14509714FC}" srcOrd="0" destOrd="0" parTransId="{E764605F-7353-40AE-AC46-E6C81B5A541A}" sibTransId="{0295BBB4-5F87-4CE3-9AF8-3EDDDE86FF4B}"/>
    <dgm:cxn modelId="{4DDF8FAB-7B7E-412C-A509-BAF106621E8E}" type="presOf" srcId="{7776568E-3707-4797-8C11-16BB7E2FDD59}" destId="{EA640804-5000-4287-85D4-CF1258BCFF90}" srcOrd="0" destOrd="0" presId="urn:microsoft.com/office/officeart/2005/8/layout/hList1"/>
    <dgm:cxn modelId="{6DE6DAAC-FC1F-494E-ABDD-631B2CF35819}" srcId="{8AFA7276-2464-473E-A27D-0424F7C748ED}" destId="{FEC44FC0-456E-42DA-AB3F-95BBAC67C6E6}" srcOrd="0" destOrd="0" parTransId="{502EF26C-F81A-418B-B99A-C2F636A5838F}" sibTransId="{366FDBF5-8990-4CAD-B28D-F217CFE978DE}"/>
    <dgm:cxn modelId="{135058B8-381B-42F3-B5BE-2D2690600F28}" type="presOf" srcId="{8AFA7276-2464-473E-A27D-0424F7C748ED}" destId="{C180C2DE-A012-4870-A91C-CFA9EC7BEA6B}" srcOrd="0" destOrd="0" presId="urn:microsoft.com/office/officeart/2005/8/layout/hList1"/>
    <dgm:cxn modelId="{46B395BB-FD7E-448F-ABE4-2C7DAAE90100}" srcId="{72CEA7B7-45DD-4BDC-B452-9FC25C38594C}" destId="{F2193AA1-A887-417F-BE26-0DBB6FF70174}" srcOrd="1" destOrd="0" parTransId="{2EFDFF37-8E5A-4FBC-B908-9DC63E5E930B}" sibTransId="{8BD3BE82-6307-4465-BEB6-E62EB2B4A3C0}"/>
    <dgm:cxn modelId="{E04CDCCE-1165-4AD1-987A-AA67075F604B}" type="presOf" srcId="{2A04CA7A-1AD8-4E18-8B9D-3075747A9F61}" destId="{05AE48C0-ECF0-4CAC-84D2-9267C8DBE30D}" srcOrd="0" destOrd="2" presId="urn:microsoft.com/office/officeart/2005/8/layout/hList1"/>
    <dgm:cxn modelId="{CC7F2DD5-D22E-4B82-AEE2-CE64251636FF}" type="presOf" srcId="{09EAE459-B088-4E0D-8B0F-C9BCA7231E04}" destId="{386782E9-DE50-489F-B3CB-C2A6B0ADC0BF}" srcOrd="0" destOrd="0" presId="urn:microsoft.com/office/officeart/2005/8/layout/hList1"/>
    <dgm:cxn modelId="{D4E192D7-B024-43F0-AA74-9169704D89DE}" srcId="{09EAE459-B088-4E0D-8B0F-C9BCA7231E04}" destId="{ECC43A68-C248-4B49-9F8E-69347B48A1A6}" srcOrd="1" destOrd="0" parTransId="{E0E58D4C-6DEE-4A48-AF9B-26C00187E5A3}" sibTransId="{EF2561F6-0F35-4890-94D0-E3A013A17B16}"/>
    <dgm:cxn modelId="{963281DA-FFEE-441B-8163-C552683B9FCE}" type="presOf" srcId="{5675D13A-F086-464B-97F3-23BDD7209ED2}" destId="{75A3DD99-7AD2-4FEB-969B-72FE76C5C76F}" srcOrd="0" destOrd="2" presId="urn:microsoft.com/office/officeart/2005/8/layout/hList1"/>
    <dgm:cxn modelId="{06873EEF-5337-49A8-8517-060561155382}" srcId="{7776568E-3707-4797-8C11-16BB7E2FDD59}" destId="{B92B45C2-C0B5-4BF3-92B2-7B7B32112603}" srcOrd="3" destOrd="0" parTransId="{016F96AB-20C2-4942-8696-FDE0F5A40916}" sibTransId="{D8FB5AAF-83C1-4ADF-A506-2FCEC00ACEF7}"/>
    <dgm:cxn modelId="{B46875F7-821A-46FD-B60C-72F8A23E13EB}" srcId="{7776568E-3707-4797-8C11-16BB7E2FDD59}" destId="{09EAE459-B088-4E0D-8B0F-C9BCA7231E04}" srcOrd="0" destOrd="0" parTransId="{EF88C4C4-C7FB-4BEA-A4CD-CBA98920C4A8}" sibTransId="{DF683C8C-772E-449A-B8C4-EAEC95AA32AB}"/>
    <dgm:cxn modelId="{F97775FA-8D4E-48F2-B837-D8BF44F1CA4A}" type="presOf" srcId="{ECC43A68-C248-4B49-9F8E-69347B48A1A6}" destId="{05AE48C0-ECF0-4CAC-84D2-9267C8DBE30D}" srcOrd="0" destOrd="1" presId="urn:microsoft.com/office/officeart/2005/8/layout/hList1"/>
    <dgm:cxn modelId="{1815F9AB-1A80-44D7-A048-E68289BCB265}" type="presParOf" srcId="{EA640804-5000-4287-85D4-CF1258BCFF90}" destId="{5B4D7C1E-2C94-42E6-B274-DCE6C791038B}" srcOrd="0" destOrd="0" presId="urn:microsoft.com/office/officeart/2005/8/layout/hList1"/>
    <dgm:cxn modelId="{CE309574-3D6A-49DA-95EA-02949E759606}" type="presParOf" srcId="{5B4D7C1E-2C94-42E6-B274-DCE6C791038B}" destId="{386782E9-DE50-489F-B3CB-C2A6B0ADC0BF}" srcOrd="0" destOrd="0" presId="urn:microsoft.com/office/officeart/2005/8/layout/hList1"/>
    <dgm:cxn modelId="{6DE8CB72-E804-4365-A1C9-7A0F6311E53C}" type="presParOf" srcId="{5B4D7C1E-2C94-42E6-B274-DCE6C791038B}" destId="{05AE48C0-ECF0-4CAC-84D2-9267C8DBE30D}" srcOrd="1" destOrd="0" presId="urn:microsoft.com/office/officeart/2005/8/layout/hList1"/>
    <dgm:cxn modelId="{66BC76EA-AB4C-4DB7-8C9E-732DCCB3D15A}" type="presParOf" srcId="{EA640804-5000-4287-85D4-CF1258BCFF90}" destId="{B9C2137E-AD7F-4B7E-BC14-ACFA2BDCCFE0}" srcOrd="1" destOrd="0" presId="urn:microsoft.com/office/officeart/2005/8/layout/hList1"/>
    <dgm:cxn modelId="{85DBDA38-23A5-482E-9C0C-AEB48ADDEBED}" type="presParOf" srcId="{EA640804-5000-4287-85D4-CF1258BCFF90}" destId="{E2BE8DBB-B272-4054-9D82-84DB2BBB41EB}" srcOrd="2" destOrd="0" presId="urn:microsoft.com/office/officeart/2005/8/layout/hList1"/>
    <dgm:cxn modelId="{B773E4CD-2183-4E44-9402-C11B6B0BDD88}" type="presParOf" srcId="{E2BE8DBB-B272-4054-9D82-84DB2BBB41EB}" destId="{C180C2DE-A012-4870-A91C-CFA9EC7BEA6B}" srcOrd="0" destOrd="0" presId="urn:microsoft.com/office/officeart/2005/8/layout/hList1"/>
    <dgm:cxn modelId="{58D009E2-BB85-41E2-8C05-1D8BE97BDCF6}" type="presParOf" srcId="{E2BE8DBB-B272-4054-9D82-84DB2BBB41EB}" destId="{75A3DD99-7AD2-4FEB-969B-72FE76C5C76F}" srcOrd="1" destOrd="0" presId="urn:microsoft.com/office/officeart/2005/8/layout/hList1"/>
    <dgm:cxn modelId="{015DFABE-24D2-411D-B9E8-034EF88F1B42}" type="presParOf" srcId="{EA640804-5000-4287-85D4-CF1258BCFF90}" destId="{96DC6EA5-E61F-41C6-8413-841006BE8553}" srcOrd="3" destOrd="0" presId="urn:microsoft.com/office/officeart/2005/8/layout/hList1"/>
    <dgm:cxn modelId="{09215DBE-1180-4604-90AF-17FC8B17014F}" type="presParOf" srcId="{EA640804-5000-4287-85D4-CF1258BCFF90}" destId="{59EE7712-FCA3-4469-9385-1A7E81C79523}" srcOrd="4" destOrd="0" presId="urn:microsoft.com/office/officeart/2005/8/layout/hList1"/>
    <dgm:cxn modelId="{0BA6BA02-54E7-46AD-BA7E-C14BFD29F743}" type="presParOf" srcId="{59EE7712-FCA3-4469-9385-1A7E81C79523}" destId="{C6A7118A-0270-4292-A403-90E02182C5AE}" srcOrd="0" destOrd="0" presId="urn:microsoft.com/office/officeart/2005/8/layout/hList1"/>
    <dgm:cxn modelId="{E01F6D97-65A8-4F28-A158-A7C72A51D48C}" type="presParOf" srcId="{59EE7712-FCA3-4469-9385-1A7E81C79523}" destId="{A2C342B5-0354-4B41-A1A5-A95BDD2EA1E9}" srcOrd="1" destOrd="0" presId="urn:microsoft.com/office/officeart/2005/8/layout/hList1"/>
    <dgm:cxn modelId="{51E3848F-575E-4BEE-8C4E-94925F063BC6}" type="presParOf" srcId="{EA640804-5000-4287-85D4-CF1258BCFF90}" destId="{0D4933F6-76F0-4A59-81B4-0D086564E105}" srcOrd="5" destOrd="0" presId="urn:microsoft.com/office/officeart/2005/8/layout/hList1"/>
    <dgm:cxn modelId="{D32C477E-0053-4B51-B7AD-9A5DB97412AC}" type="presParOf" srcId="{EA640804-5000-4287-85D4-CF1258BCFF90}" destId="{2AD88E7D-3224-4006-98A9-824C1CFEBEBF}" srcOrd="6" destOrd="0" presId="urn:microsoft.com/office/officeart/2005/8/layout/hList1"/>
    <dgm:cxn modelId="{64BE1C79-E984-47DD-9B86-9438AF875893}" type="presParOf" srcId="{2AD88E7D-3224-4006-98A9-824C1CFEBEBF}" destId="{649A14DD-CD44-4608-A485-25BE566E447A}" srcOrd="0" destOrd="0" presId="urn:microsoft.com/office/officeart/2005/8/layout/hList1"/>
    <dgm:cxn modelId="{78818918-A5E2-470F-9BC9-49AFFCAA6765}" type="presParOf" srcId="{2AD88E7D-3224-4006-98A9-824C1CFEBEBF}" destId="{D47B922B-C672-45BE-9E94-3D15B49D439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3932CF3-C1EA-46DB-9D0B-CD9276E5D628}" type="doc">
      <dgm:prSet loTypeId="urn:microsoft.com/office/officeart/2016/7/layout/BasicProcessNew" loCatId="process" qsTypeId="urn:microsoft.com/office/officeart/2005/8/quickstyle/simple1" qsCatId="simple" csTypeId="urn:microsoft.com/office/officeart/2005/8/colors/colorful5" csCatId="colorful" phldr="1"/>
      <dgm:spPr/>
      <dgm:t>
        <a:bodyPr/>
        <a:lstStyle/>
        <a:p>
          <a:endParaRPr lang="en-US"/>
        </a:p>
      </dgm:t>
    </dgm:pt>
    <dgm:pt modelId="{AD17E296-0887-4BB1-9359-0C5DDCF449EE}">
      <dgm:prSet/>
      <dgm:spPr/>
      <dgm:t>
        <a:bodyPr/>
        <a:lstStyle/>
        <a:p>
          <a:r>
            <a:rPr lang="en-IN" b="1"/>
            <a:t>Key Aspects of Digital Forensics Science</a:t>
          </a:r>
          <a:endParaRPr lang="en-US"/>
        </a:p>
      </dgm:t>
    </dgm:pt>
    <dgm:pt modelId="{B04F5C81-F85D-4F45-AE7B-B7FDE7B91A66}" type="parTrans" cxnId="{BDADC26C-CBB1-45D1-90A4-69D90CCA5129}">
      <dgm:prSet/>
      <dgm:spPr/>
      <dgm:t>
        <a:bodyPr/>
        <a:lstStyle/>
        <a:p>
          <a:endParaRPr lang="en-US"/>
        </a:p>
      </dgm:t>
    </dgm:pt>
    <dgm:pt modelId="{BCCE2CAC-7B85-481E-B692-83C0DAFA30B2}" type="sibTrans" cxnId="{BDADC26C-CBB1-45D1-90A4-69D90CCA5129}">
      <dgm:prSet/>
      <dgm:spPr/>
      <dgm:t>
        <a:bodyPr/>
        <a:lstStyle/>
        <a:p>
          <a:endParaRPr lang="en-US"/>
        </a:p>
      </dgm:t>
    </dgm:pt>
    <dgm:pt modelId="{67245913-A62C-47B8-BE44-4EA095A29A56}">
      <dgm:prSet custT="1"/>
      <dgm:spPr/>
      <dgm:t>
        <a:bodyPr/>
        <a:lstStyle/>
        <a:p>
          <a:pPr algn="ctr"/>
          <a:r>
            <a:rPr lang="en-IN" sz="1200" b="1" dirty="0"/>
            <a:t>Identification and Collection</a:t>
          </a:r>
          <a:endParaRPr lang="en-IN" sz="1200" dirty="0"/>
        </a:p>
        <a:p>
          <a:pPr algn="ctr"/>
          <a:r>
            <a:rPr lang="en-IN" sz="1100" dirty="0"/>
            <a:t> The first step in digital forensics is to identify relevant digital devices and data that may contain evidence. Law enforcement agencies often seize devices from crime scenes to ensure a proper chain of custody. Forensic teams then create forensic duplicates of the data using specialized tools to avoid tampering with the original evidence.</a:t>
          </a:r>
          <a:endParaRPr lang="en-US" sz="1100" dirty="0"/>
        </a:p>
      </dgm:t>
    </dgm:pt>
    <dgm:pt modelId="{4A5FDE35-520B-42F2-BE24-DE3DB3B78B7D}" type="parTrans" cxnId="{B51069F3-5C89-42B4-9F7A-357BD74FC573}">
      <dgm:prSet/>
      <dgm:spPr/>
      <dgm:t>
        <a:bodyPr/>
        <a:lstStyle/>
        <a:p>
          <a:endParaRPr lang="en-US"/>
        </a:p>
      </dgm:t>
    </dgm:pt>
    <dgm:pt modelId="{2D0DA5BB-7D5E-4DCE-B3AD-8931127B3BB2}" type="sibTrans" cxnId="{B51069F3-5C89-42B4-9F7A-357BD74FC573}">
      <dgm:prSet/>
      <dgm:spPr/>
      <dgm:t>
        <a:bodyPr/>
        <a:lstStyle/>
        <a:p>
          <a:endParaRPr lang="en-US"/>
        </a:p>
      </dgm:t>
    </dgm:pt>
    <dgm:pt modelId="{DEB14678-D90C-4A25-93A1-E155A822061E}">
      <dgm:prSet custT="1"/>
      <dgm:spPr/>
      <dgm:t>
        <a:bodyPr/>
        <a:lstStyle/>
        <a:p>
          <a:r>
            <a:rPr lang="en-IN" sz="1200" b="1" dirty="0"/>
            <a:t>Preservation</a:t>
          </a:r>
        </a:p>
        <a:p>
          <a:r>
            <a:rPr lang="en-IN" sz="1100" dirty="0"/>
            <a:t> Preserving the integrity of digital evidence is crucial in digital forensics. Forensic teams use various techniques, such as write-blockers and hashing algorithms, to ensure that the data remains unaltered during the investigation process. This is essential for maintaining the admissibility of evidence in court.</a:t>
          </a:r>
          <a:endParaRPr lang="en-US" sz="1100" dirty="0"/>
        </a:p>
      </dgm:t>
    </dgm:pt>
    <dgm:pt modelId="{CDF72996-D621-4AF4-9F4F-44F2ECFD5841}" type="parTrans" cxnId="{85EF5368-DF7F-4273-94E9-63227596C6C8}">
      <dgm:prSet/>
      <dgm:spPr/>
      <dgm:t>
        <a:bodyPr/>
        <a:lstStyle/>
        <a:p>
          <a:endParaRPr lang="en-US"/>
        </a:p>
      </dgm:t>
    </dgm:pt>
    <dgm:pt modelId="{FA035681-77F4-4D0E-B150-2922BCC5EE0A}" type="sibTrans" cxnId="{85EF5368-DF7F-4273-94E9-63227596C6C8}">
      <dgm:prSet/>
      <dgm:spPr/>
      <dgm:t>
        <a:bodyPr/>
        <a:lstStyle/>
        <a:p>
          <a:endParaRPr lang="en-US"/>
        </a:p>
      </dgm:t>
    </dgm:pt>
    <dgm:pt modelId="{A9727A1E-33A3-49B8-BFBE-F8B9BC64F33E}">
      <dgm:prSet custT="1"/>
      <dgm:spPr/>
      <dgm:t>
        <a:bodyPr/>
        <a:lstStyle/>
        <a:p>
          <a:r>
            <a:rPr lang="en-IN" sz="1200" b="1" dirty="0"/>
            <a:t>Analysis</a:t>
          </a:r>
        </a:p>
        <a:p>
          <a:r>
            <a:rPr lang="en-IN" sz="1100" dirty="0"/>
            <a:t> Forensic examiners use a variety of tools and techniques to </a:t>
          </a:r>
          <a:r>
            <a:rPr lang="en-IN" sz="1100" dirty="0" err="1"/>
            <a:t>analyze</a:t>
          </a:r>
          <a:r>
            <a:rPr lang="en-IN" sz="1100" dirty="0"/>
            <a:t> the collected digital evidence. This may include recovering deleted files, </a:t>
          </a:r>
          <a:r>
            <a:rPr lang="en-IN" sz="1100" dirty="0" err="1"/>
            <a:t>analyzing</a:t>
          </a:r>
          <a:r>
            <a:rPr lang="en-IN" sz="1100" dirty="0"/>
            <a:t> metadata, and uncovering hidden data. Specialized software and hardware are often used to extract and process data from various types of digital devices, such as computers, mobile phones, and IoT devices.</a:t>
          </a:r>
          <a:endParaRPr lang="en-US" sz="1100" dirty="0"/>
        </a:p>
      </dgm:t>
    </dgm:pt>
    <dgm:pt modelId="{6A6A36F5-8AC2-43EF-B70B-E9C95766ED8F}" type="parTrans" cxnId="{4D12E3A8-2118-4F04-AE60-F33AA6E9CAEC}">
      <dgm:prSet/>
      <dgm:spPr/>
      <dgm:t>
        <a:bodyPr/>
        <a:lstStyle/>
        <a:p>
          <a:endParaRPr lang="en-US"/>
        </a:p>
      </dgm:t>
    </dgm:pt>
    <dgm:pt modelId="{FDDE8A1B-55D7-48C9-8484-9D06EF209129}" type="sibTrans" cxnId="{4D12E3A8-2118-4F04-AE60-F33AA6E9CAEC}">
      <dgm:prSet/>
      <dgm:spPr/>
      <dgm:t>
        <a:bodyPr/>
        <a:lstStyle/>
        <a:p>
          <a:endParaRPr lang="en-US"/>
        </a:p>
      </dgm:t>
    </dgm:pt>
    <dgm:pt modelId="{EFBEAED7-B151-4762-BC2E-495CF4564DD6}">
      <dgm:prSet custT="1"/>
      <dgm:spPr/>
      <dgm:t>
        <a:bodyPr/>
        <a:lstStyle/>
        <a:p>
          <a:r>
            <a:rPr lang="en-IN" sz="1200" b="1" dirty="0"/>
            <a:t>Reporting and Presentation</a:t>
          </a:r>
        </a:p>
        <a:p>
          <a:r>
            <a:rPr lang="en-IN" sz="1100" dirty="0"/>
            <a:t>Once the analysis is complete, forensic experts create a formal report detailing their findings. The report must be clear, concise, and legally admissible. In court, forensic experts may be called upon to present their findings and defend their methodology under cross-examination.</a:t>
          </a:r>
          <a:endParaRPr lang="en-US" sz="1100" dirty="0"/>
        </a:p>
      </dgm:t>
    </dgm:pt>
    <dgm:pt modelId="{3B42D6ED-1AC7-49A7-B0F7-557109B0684F}" type="parTrans" cxnId="{8998B587-091F-4FFA-B60D-34FD981A585C}">
      <dgm:prSet/>
      <dgm:spPr/>
      <dgm:t>
        <a:bodyPr/>
        <a:lstStyle/>
        <a:p>
          <a:endParaRPr lang="en-US"/>
        </a:p>
      </dgm:t>
    </dgm:pt>
    <dgm:pt modelId="{7AD631C0-2FB6-4FA3-8DBB-99B290ED4106}" type="sibTrans" cxnId="{8998B587-091F-4FFA-B60D-34FD981A585C}">
      <dgm:prSet/>
      <dgm:spPr/>
      <dgm:t>
        <a:bodyPr/>
        <a:lstStyle/>
        <a:p>
          <a:endParaRPr lang="en-US"/>
        </a:p>
      </dgm:t>
    </dgm:pt>
    <dgm:pt modelId="{9DF6E5F3-FFB3-4E26-BFB3-2C77CF5C1D7B}" type="pres">
      <dgm:prSet presAssocID="{F3932CF3-C1EA-46DB-9D0B-CD9276E5D628}" presName="Name0" presStyleCnt="0">
        <dgm:presLayoutVars>
          <dgm:dir/>
          <dgm:resizeHandles val="exact"/>
        </dgm:presLayoutVars>
      </dgm:prSet>
      <dgm:spPr/>
    </dgm:pt>
    <dgm:pt modelId="{66737A9A-1BF4-4F71-8FE9-66FC22867353}" type="pres">
      <dgm:prSet presAssocID="{AD17E296-0887-4BB1-9359-0C5DDCF449EE}" presName="node" presStyleLbl="node1" presStyleIdx="0" presStyleCnt="9">
        <dgm:presLayoutVars>
          <dgm:bulletEnabled val="1"/>
        </dgm:presLayoutVars>
      </dgm:prSet>
      <dgm:spPr/>
    </dgm:pt>
    <dgm:pt modelId="{8CE41386-C6EB-4D79-BDC5-DCCD28602A73}" type="pres">
      <dgm:prSet presAssocID="{BCCE2CAC-7B85-481E-B692-83C0DAFA30B2}" presName="sibTransSpacerBeforeConnector" presStyleCnt="0"/>
      <dgm:spPr/>
    </dgm:pt>
    <dgm:pt modelId="{4A7B5299-C041-40FD-A4B3-ABE2EE73A4FC}" type="pres">
      <dgm:prSet presAssocID="{BCCE2CAC-7B85-481E-B692-83C0DAFA30B2}" presName="sibTrans" presStyleLbl="node1" presStyleIdx="1" presStyleCnt="9"/>
      <dgm:spPr/>
    </dgm:pt>
    <dgm:pt modelId="{F3F4402C-A4C0-4540-8263-9AC1EC2A9E10}" type="pres">
      <dgm:prSet presAssocID="{BCCE2CAC-7B85-481E-B692-83C0DAFA30B2}" presName="sibTransSpacerAfterConnector" presStyleCnt="0"/>
      <dgm:spPr/>
    </dgm:pt>
    <dgm:pt modelId="{F7E136C9-A72C-440E-BFA6-8854B8EE52BB}" type="pres">
      <dgm:prSet presAssocID="{67245913-A62C-47B8-BE44-4EA095A29A56}" presName="node" presStyleLbl="node1" presStyleIdx="2" presStyleCnt="9">
        <dgm:presLayoutVars>
          <dgm:bulletEnabled val="1"/>
        </dgm:presLayoutVars>
      </dgm:prSet>
      <dgm:spPr/>
    </dgm:pt>
    <dgm:pt modelId="{DF7B05FA-F64F-44C0-9E9E-0E01BD4A5016}" type="pres">
      <dgm:prSet presAssocID="{2D0DA5BB-7D5E-4DCE-B3AD-8931127B3BB2}" presName="sibTransSpacerBeforeConnector" presStyleCnt="0"/>
      <dgm:spPr/>
    </dgm:pt>
    <dgm:pt modelId="{0BD88277-B7F8-470D-AF4C-64A4A1EF5F28}" type="pres">
      <dgm:prSet presAssocID="{2D0DA5BB-7D5E-4DCE-B3AD-8931127B3BB2}" presName="sibTrans" presStyleLbl="node1" presStyleIdx="3" presStyleCnt="9"/>
      <dgm:spPr/>
    </dgm:pt>
    <dgm:pt modelId="{23019EC3-DC80-4A66-ACBB-482C76375211}" type="pres">
      <dgm:prSet presAssocID="{2D0DA5BB-7D5E-4DCE-B3AD-8931127B3BB2}" presName="sibTransSpacerAfterConnector" presStyleCnt="0"/>
      <dgm:spPr/>
    </dgm:pt>
    <dgm:pt modelId="{5040E559-A2C1-4EB2-9D7A-A34FF7AA9D79}" type="pres">
      <dgm:prSet presAssocID="{DEB14678-D90C-4A25-93A1-E155A822061E}" presName="node" presStyleLbl="node1" presStyleIdx="4" presStyleCnt="9">
        <dgm:presLayoutVars>
          <dgm:bulletEnabled val="1"/>
        </dgm:presLayoutVars>
      </dgm:prSet>
      <dgm:spPr/>
    </dgm:pt>
    <dgm:pt modelId="{2945207A-F939-4C88-85B4-4D562471AF58}" type="pres">
      <dgm:prSet presAssocID="{FA035681-77F4-4D0E-B150-2922BCC5EE0A}" presName="sibTransSpacerBeforeConnector" presStyleCnt="0"/>
      <dgm:spPr/>
    </dgm:pt>
    <dgm:pt modelId="{EA41660F-E211-4E5D-A8BB-40254B807E1A}" type="pres">
      <dgm:prSet presAssocID="{FA035681-77F4-4D0E-B150-2922BCC5EE0A}" presName="sibTrans" presStyleLbl="node1" presStyleIdx="5" presStyleCnt="9"/>
      <dgm:spPr/>
    </dgm:pt>
    <dgm:pt modelId="{0BC9DEB0-45FF-48CF-8C8B-9DAF75386690}" type="pres">
      <dgm:prSet presAssocID="{FA035681-77F4-4D0E-B150-2922BCC5EE0A}" presName="sibTransSpacerAfterConnector" presStyleCnt="0"/>
      <dgm:spPr/>
    </dgm:pt>
    <dgm:pt modelId="{2377ADCC-4FE0-47F7-8C39-44272857AB30}" type="pres">
      <dgm:prSet presAssocID="{A9727A1E-33A3-49B8-BFBE-F8B9BC64F33E}" presName="node" presStyleLbl="node1" presStyleIdx="6" presStyleCnt="9">
        <dgm:presLayoutVars>
          <dgm:bulletEnabled val="1"/>
        </dgm:presLayoutVars>
      </dgm:prSet>
      <dgm:spPr/>
    </dgm:pt>
    <dgm:pt modelId="{8AA413B3-8F9B-4817-B904-E69AFA2F83BF}" type="pres">
      <dgm:prSet presAssocID="{FDDE8A1B-55D7-48C9-8484-9D06EF209129}" presName="sibTransSpacerBeforeConnector" presStyleCnt="0"/>
      <dgm:spPr/>
    </dgm:pt>
    <dgm:pt modelId="{E51ED4DF-96DA-45D8-BEDA-10185E4139C5}" type="pres">
      <dgm:prSet presAssocID="{FDDE8A1B-55D7-48C9-8484-9D06EF209129}" presName="sibTrans" presStyleLbl="node1" presStyleIdx="7" presStyleCnt="9"/>
      <dgm:spPr/>
    </dgm:pt>
    <dgm:pt modelId="{63252D61-DA0B-4C32-8500-3C2AE0E5EF01}" type="pres">
      <dgm:prSet presAssocID="{FDDE8A1B-55D7-48C9-8484-9D06EF209129}" presName="sibTransSpacerAfterConnector" presStyleCnt="0"/>
      <dgm:spPr/>
    </dgm:pt>
    <dgm:pt modelId="{4405B8D2-C054-4754-905E-B80E34C4508B}" type="pres">
      <dgm:prSet presAssocID="{EFBEAED7-B151-4762-BC2E-495CF4564DD6}" presName="node" presStyleLbl="node1" presStyleIdx="8" presStyleCnt="9">
        <dgm:presLayoutVars>
          <dgm:bulletEnabled val="1"/>
        </dgm:presLayoutVars>
      </dgm:prSet>
      <dgm:spPr/>
    </dgm:pt>
  </dgm:ptLst>
  <dgm:cxnLst>
    <dgm:cxn modelId="{A5A9FB12-40F7-471D-851B-F82A36302976}" type="presOf" srcId="{FDDE8A1B-55D7-48C9-8484-9D06EF209129}" destId="{E51ED4DF-96DA-45D8-BEDA-10185E4139C5}" srcOrd="0" destOrd="0" presId="urn:microsoft.com/office/officeart/2016/7/layout/BasicProcessNew"/>
    <dgm:cxn modelId="{22300E67-5E2F-4449-9190-24C1E3CBA8BC}" type="presOf" srcId="{67245913-A62C-47B8-BE44-4EA095A29A56}" destId="{F7E136C9-A72C-440E-BFA6-8854B8EE52BB}" srcOrd="0" destOrd="0" presId="urn:microsoft.com/office/officeart/2016/7/layout/BasicProcessNew"/>
    <dgm:cxn modelId="{85EF5368-DF7F-4273-94E9-63227596C6C8}" srcId="{F3932CF3-C1EA-46DB-9D0B-CD9276E5D628}" destId="{DEB14678-D90C-4A25-93A1-E155A822061E}" srcOrd="2" destOrd="0" parTransId="{CDF72996-D621-4AF4-9F4F-44F2ECFD5841}" sibTransId="{FA035681-77F4-4D0E-B150-2922BCC5EE0A}"/>
    <dgm:cxn modelId="{BDADC26C-CBB1-45D1-90A4-69D90CCA5129}" srcId="{F3932CF3-C1EA-46DB-9D0B-CD9276E5D628}" destId="{AD17E296-0887-4BB1-9359-0C5DDCF449EE}" srcOrd="0" destOrd="0" parTransId="{B04F5C81-F85D-4F45-AE7B-B7FDE7B91A66}" sibTransId="{BCCE2CAC-7B85-481E-B692-83C0DAFA30B2}"/>
    <dgm:cxn modelId="{71929078-ACD7-4009-A614-6732F78B2D27}" type="presOf" srcId="{FA035681-77F4-4D0E-B150-2922BCC5EE0A}" destId="{EA41660F-E211-4E5D-A8BB-40254B807E1A}" srcOrd="0" destOrd="0" presId="urn:microsoft.com/office/officeart/2016/7/layout/BasicProcessNew"/>
    <dgm:cxn modelId="{8998B587-091F-4FFA-B60D-34FD981A585C}" srcId="{F3932CF3-C1EA-46DB-9D0B-CD9276E5D628}" destId="{EFBEAED7-B151-4762-BC2E-495CF4564DD6}" srcOrd="4" destOrd="0" parTransId="{3B42D6ED-1AC7-49A7-B0F7-557109B0684F}" sibTransId="{7AD631C0-2FB6-4FA3-8DBB-99B290ED4106}"/>
    <dgm:cxn modelId="{B297E5A5-9B78-45D0-BEE5-C53604EA4F5D}" type="presOf" srcId="{2D0DA5BB-7D5E-4DCE-B3AD-8931127B3BB2}" destId="{0BD88277-B7F8-470D-AF4C-64A4A1EF5F28}" srcOrd="0" destOrd="0" presId="urn:microsoft.com/office/officeart/2016/7/layout/BasicProcessNew"/>
    <dgm:cxn modelId="{77CCFDA7-4A86-4757-8002-8EF5A7566992}" type="presOf" srcId="{AD17E296-0887-4BB1-9359-0C5DDCF449EE}" destId="{66737A9A-1BF4-4F71-8FE9-66FC22867353}" srcOrd="0" destOrd="0" presId="urn:microsoft.com/office/officeart/2016/7/layout/BasicProcessNew"/>
    <dgm:cxn modelId="{4D12E3A8-2118-4F04-AE60-F33AA6E9CAEC}" srcId="{F3932CF3-C1EA-46DB-9D0B-CD9276E5D628}" destId="{A9727A1E-33A3-49B8-BFBE-F8B9BC64F33E}" srcOrd="3" destOrd="0" parTransId="{6A6A36F5-8AC2-43EF-B70B-E9C95766ED8F}" sibTransId="{FDDE8A1B-55D7-48C9-8484-9D06EF209129}"/>
    <dgm:cxn modelId="{E0BF01B3-C725-4DA1-9475-7346EB73D733}" type="presOf" srcId="{A9727A1E-33A3-49B8-BFBE-F8B9BC64F33E}" destId="{2377ADCC-4FE0-47F7-8C39-44272857AB30}" srcOrd="0" destOrd="0" presId="urn:microsoft.com/office/officeart/2016/7/layout/BasicProcessNew"/>
    <dgm:cxn modelId="{94C0BDC4-C060-461D-B134-4FD2A7C2AB0F}" type="presOf" srcId="{EFBEAED7-B151-4762-BC2E-495CF4564DD6}" destId="{4405B8D2-C054-4754-905E-B80E34C4508B}" srcOrd="0" destOrd="0" presId="urn:microsoft.com/office/officeart/2016/7/layout/BasicProcessNew"/>
    <dgm:cxn modelId="{85B063E6-CE4E-4952-A2C0-773516DE7150}" type="presOf" srcId="{DEB14678-D90C-4A25-93A1-E155A822061E}" destId="{5040E559-A2C1-4EB2-9D7A-A34FF7AA9D79}" srcOrd="0" destOrd="0" presId="urn:microsoft.com/office/officeart/2016/7/layout/BasicProcessNew"/>
    <dgm:cxn modelId="{B51069F3-5C89-42B4-9F7A-357BD74FC573}" srcId="{F3932CF3-C1EA-46DB-9D0B-CD9276E5D628}" destId="{67245913-A62C-47B8-BE44-4EA095A29A56}" srcOrd="1" destOrd="0" parTransId="{4A5FDE35-520B-42F2-BE24-DE3DB3B78B7D}" sibTransId="{2D0DA5BB-7D5E-4DCE-B3AD-8931127B3BB2}"/>
    <dgm:cxn modelId="{0048D8F7-331F-439A-9043-AD15B3D493C8}" type="presOf" srcId="{F3932CF3-C1EA-46DB-9D0B-CD9276E5D628}" destId="{9DF6E5F3-FFB3-4E26-BFB3-2C77CF5C1D7B}" srcOrd="0" destOrd="0" presId="urn:microsoft.com/office/officeart/2016/7/layout/BasicProcessNew"/>
    <dgm:cxn modelId="{A49B5BFA-7DC8-4C65-8563-239AA657A35F}" type="presOf" srcId="{BCCE2CAC-7B85-481E-B692-83C0DAFA30B2}" destId="{4A7B5299-C041-40FD-A4B3-ABE2EE73A4FC}" srcOrd="0" destOrd="0" presId="urn:microsoft.com/office/officeart/2016/7/layout/BasicProcessNew"/>
    <dgm:cxn modelId="{DC9A43CC-58AC-4E94-8EAC-7FA9A2583171}" type="presParOf" srcId="{9DF6E5F3-FFB3-4E26-BFB3-2C77CF5C1D7B}" destId="{66737A9A-1BF4-4F71-8FE9-66FC22867353}" srcOrd="0" destOrd="0" presId="urn:microsoft.com/office/officeart/2016/7/layout/BasicProcessNew"/>
    <dgm:cxn modelId="{8865A4FC-3B8E-422F-8C7F-653B4EE62E63}" type="presParOf" srcId="{9DF6E5F3-FFB3-4E26-BFB3-2C77CF5C1D7B}" destId="{8CE41386-C6EB-4D79-BDC5-DCCD28602A73}" srcOrd="1" destOrd="0" presId="urn:microsoft.com/office/officeart/2016/7/layout/BasicProcessNew"/>
    <dgm:cxn modelId="{02E83370-C778-4B8E-B732-3C2C3E8AB35F}" type="presParOf" srcId="{9DF6E5F3-FFB3-4E26-BFB3-2C77CF5C1D7B}" destId="{4A7B5299-C041-40FD-A4B3-ABE2EE73A4FC}" srcOrd="2" destOrd="0" presId="urn:microsoft.com/office/officeart/2016/7/layout/BasicProcessNew"/>
    <dgm:cxn modelId="{BBA7CDF0-BEAC-4B71-82FD-9A0E7493BB7F}" type="presParOf" srcId="{9DF6E5F3-FFB3-4E26-BFB3-2C77CF5C1D7B}" destId="{F3F4402C-A4C0-4540-8263-9AC1EC2A9E10}" srcOrd="3" destOrd="0" presId="urn:microsoft.com/office/officeart/2016/7/layout/BasicProcessNew"/>
    <dgm:cxn modelId="{447EC664-0FA6-419E-A2CC-07FD40144076}" type="presParOf" srcId="{9DF6E5F3-FFB3-4E26-BFB3-2C77CF5C1D7B}" destId="{F7E136C9-A72C-440E-BFA6-8854B8EE52BB}" srcOrd="4" destOrd="0" presId="urn:microsoft.com/office/officeart/2016/7/layout/BasicProcessNew"/>
    <dgm:cxn modelId="{ADA2D666-E8A6-424E-9190-1E87C0F4BF18}" type="presParOf" srcId="{9DF6E5F3-FFB3-4E26-BFB3-2C77CF5C1D7B}" destId="{DF7B05FA-F64F-44C0-9E9E-0E01BD4A5016}" srcOrd="5" destOrd="0" presId="urn:microsoft.com/office/officeart/2016/7/layout/BasicProcessNew"/>
    <dgm:cxn modelId="{415F1CBA-C95F-412F-A6A3-3B7126A0250F}" type="presParOf" srcId="{9DF6E5F3-FFB3-4E26-BFB3-2C77CF5C1D7B}" destId="{0BD88277-B7F8-470D-AF4C-64A4A1EF5F28}" srcOrd="6" destOrd="0" presId="urn:microsoft.com/office/officeart/2016/7/layout/BasicProcessNew"/>
    <dgm:cxn modelId="{46F4C5F9-F9AB-4BDB-A5E6-1900A6228F9B}" type="presParOf" srcId="{9DF6E5F3-FFB3-4E26-BFB3-2C77CF5C1D7B}" destId="{23019EC3-DC80-4A66-ACBB-482C76375211}" srcOrd="7" destOrd="0" presId="urn:microsoft.com/office/officeart/2016/7/layout/BasicProcessNew"/>
    <dgm:cxn modelId="{54D26F7F-E143-46C7-A289-87988BCE08AA}" type="presParOf" srcId="{9DF6E5F3-FFB3-4E26-BFB3-2C77CF5C1D7B}" destId="{5040E559-A2C1-4EB2-9D7A-A34FF7AA9D79}" srcOrd="8" destOrd="0" presId="urn:microsoft.com/office/officeart/2016/7/layout/BasicProcessNew"/>
    <dgm:cxn modelId="{C20CE1BB-48A0-4120-8C6A-2CCB8B3F50F2}" type="presParOf" srcId="{9DF6E5F3-FFB3-4E26-BFB3-2C77CF5C1D7B}" destId="{2945207A-F939-4C88-85B4-4D562471AF58}" srcOrd="9" destOrd="0" presId="urn:microsoft.com/office/officeart/2016/7/layout/BasicProcessNew"/>
    <dgm:cxn modelId="{EA016749-0851-4033-8A1E-F5BBD26BCE3B}" type="presParOf" srcId="{9DF6E5F3-FFB3-4E26-BFB3-2C77CF5C1D7B}" destId="{EA41660F-E211-4E5D-A8BB-40254B807E1A}" srcOrd="10" destOrd="0" presId="urn:microsoft.com/office/officeart/2016/7/layout/BasicProcessNew"/>
    <dgm:cxn modelId="{3A0F2610-C4ED-4D93-BF61-5C3BFB1FD3FA}" type="presParOf" srcId="{9DF6E5F3-FFB3-4E26-BFB3-2C77CF5C1D7B}" destId="{0BC9DEB0-45FF-48CF-8C8B-9DAF75386690}" srcOrd="11" destOrd="0" presId="urn:microsoft.com/office/officeart/2016/7/layout/BasicProcessNew"/>
    <dgm:cxn modelId="{C6FA177D-C293-4C75-B498-EE6F7AA91479}" type="presParOf" srcId="{9DF6E5F3-FFB3-4E26-BFB3-2C77CF5C1D7B}" destId="{2377ADCC-4FE0-47F7-8C39-44272857AB30}" srcOrd="12" destOrd="0" presId="urn:microsoft.com/office/officeart/2016/7/layout/BasicProcessNew"/>
    <dgm:cxn modelId="{EAD64E92-4D24-4A0F-A594-795E4264B628}" type="presParOf" srcId="{9DF6E5F3-FFB3-4E26-BFB3-2C77CF5C1D7B}" destId="{8AA413B3-8F9B-4817-B904-E69AFA2F83BF}" srcOrd="13" destOrd="0" presId="urn:microsoft.com/office/officeart/2016/7/layout/BasicProcessNew"/>
    <dgm:cxn modelId="{7E26D0FF-6C09-47F7-94D0-2446D7A0F0FE}" type="presParOf" srcId="{9DF6E5F3-FFB3-4E26-BFB3-2C77CF5C1D7B}" destId="{E51ED4DF-96DA-45D8-BEDA-10185E4139C5}" srcOrd="14" destOrd="0" presId="urn:microsoft.com/office/officeart/2016/7/layout/BasicProcessNew"/>
    <dgm:cxn modelId="{537EE4E2-89A6-4C68-89BF-31650A6BDA48}" type="presParOf" srcId="{9DF6E5F3-FFB3-4E26-BFB3-2C77CF5C1D7B}" destId="{63252D61-DA0B-4C32-8500-3C2AE0E5EF01}" srcOrd="15" destOrd="0" presId="urn:microsoft.com/office/officeart/2016/7/layout/BasicProcessNew"/>
    <dgm:cxn modelId="{2C4C52EE-52F2-4596-AE14-564A83104538}" type="presParOf" srcId="{9DF6E5F3-FFB3-4E26-BFB3-2C77CF5C1D7B}" destId="{4405B8D2-C054-4754-905E-B80E34C4508B}" srcOrd="16" destOrd="0" presId="urn:microsoft.com/office/officeart/2016/7/layout/Basic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5B40F0D-425D-4463-9619-D835525F6AD8}"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6E8C0A05-193B-49AF-A53B-01DD68656247}">
      <dgm:prSet/>
      <dgm:spPr/>
      <dgm:t>
        <a:bodyPr/>
        <a:lstStyle/>
        <a:p>
          <a:r>
            <a:rPr lang="en-IN" b="1"/>
            <a:t>Computer Forensics</a:t>
          </a:r>
          <a:r>
            <a:rPr lang="en-IN"/>
            <a:t>: Focuses on the recovery and analysis of data from computers and storage media.</a:t>
          </a:r>
          <a:endParaRPr lang="en-US"/>
        </a:p>
      </dgm:t>
    </dgm:pt>
    <dgm:pt modelId="{26498C4C-417C-4BD9-B2D1-FE129214690D}" type="parTrans" cxnId="{7851A033-5B82-4F26-A2B4-286558C34469}">
      <dgm:prSet/>
      <dgm:spPr/>
      <dgm:t>
        <a:bodyPr/>
        <a:lstStyle/>
        <a:p>
          <a:endParaRPr lang="en-US"/>
        </a:p>
      </dgm:t>
    </dgm:pt>
    <dgm:pt modelId="{23639A47-1ACE-4691-B21A-4D9D721C6D9E}" type="sibTrans" cxnId="{7851A033-5B82-4F26-A2B4-286558C34469}">
      <dgm:prSet/>
      <dgm:spPr/>
      <dgm:t>
        <a:bodyPr/>
        <a:lstStyle/>
        <a:p>
          <a:endParaRPr lang="en-US"/>
        </a:p>
      </dgm:t>
    </dgm:pt>
    <dgm:pt modelId="{E65B4E19-394B-4009-83F3-9564043DAA11}">
      <dgm:prSet/>
      <dgm:spPr/>
      <dgm:t>
        <a:bodyPr/>
        <a:lstStyle/>
        <a:p>
          <a:r>
            <a:rPr lang="en-IN" b="1"/>
            <a:t>Mobile Device Forensics</a:t>
          </a:r>
          <a:r>
            <a:rPr lang="en-IN"/>
            <a:t>: Specializes in extracting and analyzing data from mobile phones, tablets, and other portable devices.</a:t>
          </a:r>
          <a:endParaRPr lang="en-US"/>
        </a:p>
      </dgm:t>
    </dgm:pt>
    <dgm:pt modelId="{44A595A8-0817-4C85-9412-DABB91271459}" type="parTrans" cxnId="{E392E47C-ED1D-470C-865A-99016E303E75}">
      <dgm:prSet/>
      <dgm:spPr/>
      <dgm:t>
        <a:bodyPr/>
        <a:lstStyle/>
        <a:p>
          <a:endParaRPr lang="en-US"/>
        </a:p>
      </dgm:t>
    </dgm:pt>
    <dgm:pt modelId="{4486D92F-D5B9-4996-829B-14E93A1ECA83}" type="sibTrans" cxnId="{E392E47C-ED1D-470C-865A-99016E303E75}">
      <dgm:prSet/>
      <dgm:spPr/>
      <dgm:t>
        <a:bodyPr/>
        <a:lstStyle/>
        <a:p>
          <a:endParaRPr lang="en-US"/>
        </a:p>
      </dgm:t>
    </dgm:pt>
    <dgm:pt modelId="{B61D82A6-738D-4B82-AA61-51FB620100AA}">
      <dgm:prSet/>
      <dgm:spPr/>
      <dgm:t>
        <a:bodyPr/>
        <a:lstStyle/>
        <a:p>
          <a:r>
            <a:rPr lang="en-IN" b="1"/>
            <a:t>Network Forensics</a:t>
          </a:r>
          <a:r>
            <a:rPr lang="en-IN"/>
            <a:t>: Involves the monitoring and analysis of network traffic to detect and investigate security incidents.</a:t>
          </a:r>
          <a:endParaRPr lang="en-US"/>
        </a:p>
      </dgm:t>
    </dgm:pt>
    <dgm:pt modelId="{D7621D36-ACE0-4D54-85C5-3B517753440D}" type="parTrans" cxnId="{03DD7887-78B5-407A-A07E-D4C8BCC8F5D7}">
      <dgm:prSet/>
      <dgm:spPr/>
      <dgm:t>
        <a:bodyPr/>
        <a:lstStyle/>
        <a:p>
          <a:endParaRPr lang="en-US"/>
        </a:p>
      </dgm:t>
    </dgm:pt>
    <dgm:pt modelId="{99A56292-5683-4C1A-9E6A-C125C89FF557}" type="sibTrans" cxnId="{03DD7887-78B5-407A-A07E-D4C8BCC8F5D7}">
      <dgm:prSet/>
      <dgm:spPr/>
      <dgm:t>
        <a:bodyPr/>
        <a:lstStyle/>
        <a:p>
          <a:endParaRPr lang="en-US"/>
        </a:p>
      </dgm:t>
    </dgm:pt>
    <dgm:pt modelId="{9FFAD716-0C40-443E-8912-5D0BEF2BCD18}">
      <dgm:prSet/>
      <dgm:spPr/>
      <dgm:t>
        <a:bodyPr/>
        <a:lstStyle/>
        <a:p>
          <a:r>
            <a:rPr lang="en-IN" b="1"/>
            <a:t>Database Forensics</a:t>
          </a:r>
          <a:r>
            <a:rPr lang="en-IN"/>
            <a:t>: Focuses on the forensic study of databases and their metadata to uncover evidence of tampering or unauthorized access.</a:t>
          </a:r>
          <a:endParaRPr lang="en-US"/>
        </a:p>
      </dgm:t>
    </dgm:pt>
    <dgm:pt modelId="{09AE3BC4-5942-4486-BB4C-10F3121DF93B}" type="parTrans" cxnId="{00546E8E-E96A-45E1-B186-2618010B6D7A}">
      <dgm:prSet/>
      <dgm:spPr/>
      <dgm:t>
        <a:bodyPr/>
        <a:lstStyle/>
        <a:p>
          <a:endParaRPr lang="en-US"/>
        </a:p>
      </dgm:t>
    </dgm:pt>
    <dgm:pt modelId="{F35FD81C-CA4F-4680-B14D-5DFE58D6B68D}" type="sibTrans" cxnId="{00546E8E-E96A-45E1-B186-2618010B6D7A}">
      <dgm:prSet/>
      <dgm:spPr/>
      <dgm:t>
        <a:bodyPr/>
        <a:lstStyle/>
        <a:p>
          <a:endParaRPr lang="en-US"/>
        </a:p>
      </dgm:t>
    </dgm:pt>
    <dgm:pt modelId="{0C922B18-0337-4E2C-A148-F2E3638BCE07}">
      <dgm:prSet/>
      <dgm:spPr/>
      <dgm:t>
        <a:bodyPr/>
        <a:lstStyle/>
        <a:p>
          <a:r>
            <a:rPr lang="en-IN" b="1"/>
            <a:t>IoT Forensics</a:t>
          </a:r>
          <a:r>
            <a:rPr lang="en-IN"/>
            <a:t>: Deals with the identification and extraction of digital information from Internet of Things (IoT) devices for use in forensic investigations.</a:t>
          </a:r>
          <a:endParaRPr lang="en-US"/>
        </a:p>
      </dgm:t>
    </dgm:pt>
    <dgm:pt modelId="{54498C2A-2D26-4DA0-B662-E36D0DC9BC75}" type="parTrans" cxnId="{89A9D3C4-2AFC-4574-B3E2-7812C80FE939}">
      <dgm:prSet/>
      <dgm:spPr/>
      <dgm:t>
        <a:bodyPr/>
        <a:lstStyle/>
        <a:p>
          <a:endParaRPr lang="en-US"/>
        </a:p>
      </dgm:t>
    </dgm:pt>
    <dgm:pt modelId="{11513498-33A1-47F5-BFB3-5D2ABA962D55}" type="sibTrans" cxnId="{89A9D3C4-2AFC-4574-B3E2-7812C80FE939}">
      <dgm:prSet/>
      <dgm:spPr/>
      <dgm:t>
        <a:bodyPr/>
        <a:lstStyle/>
        <a:p>
          <a:endParaRPr lang="en-US"/>
        </a:p>
      </dgm:t>
    </dgm:pt>
    <dgm:pt modelId="{63B13246-681B-4A38-9F18-A6CF216C8954}" type="pres">
      <dgm:prSet presAssocID="{15B40F0D-425D-4463-9619-D835525F6AD8}" presName="root" presStyleCnt="0">
        <dgm:presLayoutVars>
          <dgm:dir/>
          <dgm:resizeHandles val="exact"/>
        </dgm:presLayoutVars>
      </dgm:prSet>
      <dgm:spPr/>
    </dgm:pt>
    <dgm:pt modelId="{2FF419C4-1803-4F51-A661-6AD996F45FD8}" type="pres">
      <dgm:prSet presAssocID="{15B40F0D-425D-4463-9619-D835525F6AD8}" presName="container" presStyleCnt="0">
        <dgm:presLayoutVars>
          <dgm:dir/>
          <dgm:resizeHandles val="exact"/>
        </dgm:presLayoutVars>
      </dgm:prSet>
      <dgm:spPr/>
    </dgm:pt>
    <dgm:pt modelId="{0CE6DE28-952F-4B3A-A898-A72E047C7C62}" type="pres">
      <dgm:prSet presAssocID="{6E8C0A05-193B-49AF-A53B-01DD68656247}" presName="compNode" presStyleCnt="0"/>
      <dgm:spPr/>
    </dgm:pt>
    <dgm:pt modelId="{9A2A8E7C-B204-4B81-AF06-5D5EF68D1626}" type="pres">
      <dgm:prSet presAssocID="{6E8C0A05-193B-49AF-A53B-01DD68656247}" presName="iconBgRect" presStyleLbl="bgShp" presStyleIdx="0" presStyleCnt="5"/>
      <dgm:spPr/>
    </dgm:pt>
    <dgm:pt modelId="{F3823FCB-B29B-4CEE-9F07-3F7E535309DF}" type="pres">
      <dgm:prSet presAssocID="{6E8C0A05-193B-49AF-A53B-01DD68656247}"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C"/>
        </a:ext>
      </dgm:extLst>
    </dgm:pt>
    <dgm:pt modelId="{0EA1CF91-BEDC-4FBE-B5A9-35DE1AD099B8}" type="pres">
      <dgm:prSet presAssocID="{6E8C0A05-193B-49AF-A53B-01DD68656247}" presName="spaceRect" presStyleCnt="0"/>
      <dgm:spPr/>
    </dgm:pt>
    <dgm:pt modelId="{A3979D3D-92DE-47B3-B87E-0F579C30E5A1}" type="pres">
      <dgm:prSet presAssocID="{6E8C0A05-193B-49AF-A53B-01DD68656247}" presName="textRect" presStyleLbl="revTx" presStyleIdx="0" presStyleCnt="5">
        <dgm:presLayoutVars>
          <dgm:chMax val="1"/>
          <dgm:chPref val="1"/>
        </dgm:presLayoutVars>
      </dgm:prSet>
      <dgm:spPr/>
    </dgm:pt>
    <dgm:pt modelId="{018D929D-9682-42D7-B22F-474484C47406}" type="pres">
      <dgm:prSet presAssocID="{23639A47-1ACE-4691-B21A-4D9D721C6D9E}" presName="sibTrans" presStyleLbl="sibTrans2D1" presStyleIdx="0" presStyleCnt="0"/>
      <dgm:spPr/>
    </dgm:pt>
    <dgm:pt modelId="{E3F8EB22-22EB-48E7-BFEF-D7F3785C3C1D}" type="pres">
      <dgm:prSet presAssocID="{E65B4E19-394B-4009-83F3-9564043DAA11}" presName="compNode" presStyleCnt="0"/>
      <dgm:spPr/>
    </dgm:pt>
    <dgm:pt modelId="{168C0316-79C5-48E5-89BB-E731AA9DF8B4}" type="pres">
      <dgm:prSet presAssocID="{E65B4E19-394B-4009-83F3-9564043DAA11}" presName="iconBgRect" presStyleLbl="bgShp" presStyleIdx="1" presStyleCnt="5"/>
      <dgm:spPr/>
    </dgm:pt>
    <dgm:pt modelId="{F5CEB314-D148-472C-8ADF-4E0F3D8945DA}" type="pres">
      <dgm:prSet presAssocID="{E65B4E19-394B-4009-83F3-9564043DAA11}"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ell Phone"/>
        </a:ext>
      </dgm:extLst>
    </dgm:pt>
    <dgm:pt modelId="{40C0EAD2-636F-4177-A6D2-1A4572BDF3A8}" type="pres">
      <dgm:prSet presAssocID="{E65B4E19-394B-4009-83F3-9564043DAA11}" presName="spaceRect" presStyleCnt="0"/>
      <dgm:spPr/>
    </dgm:pt>
    <dgm:pt modelId="{4E6328A9-AE67-4E62-9B1E-98FC4E4ACA54}" type="pres">
      <dgm:prSet presAssocID="{E65B4E19-394B-4009-83F3-9564043DAA11}" presName="textRect" presStyleLbl="revTx" presStyleIdx="1" presStyleCnt="5">
        <dgm:presLayoutVars>
          <dgm:chMax val="1"/>
          <dgm:chPref val="1"/>
        </dgm:presLayoutVars>
      </dgm:prSet>
      <dgm:spPr/>
    </dgm:pt>
    <dgm:pt modelId="{871F53BA-5374-4258-9FF2-7269762D149A}" type="pres">
      <dgm:prSet presAssocID="{4486D92F-D5B9-4996-829B-14E93A1ECA83}" presName="sibTrans" presStyleLbl="sibTrans2D1" presStyleIdx="0" presStyleCnt="0"/>
      <dgm:spPr/>
    </dgm:pt>
    <dgm:pt modelId="{7B6D835C-5886-4597-8A35-BB5DE52314BC}" type="pres">
      <dgm:prSet presAssocID="{B61D82A6-738D-4B82-AA61-51FB620100AA}" presName="compNode" presStyleCnt="0"/>
      <dgm:spPr/>
    </dgm:pt>
    <dgm:pt modelId="{6518D270-81A0-4CA1-8379-4041EBD7C937}" type="pres">
      <dgm:prSet presAssocID="{B61D82A6-738D-4B82-AA61-51FB620100AA}" presName="iconBgRect" presStyleLbl="bgShp" presStyleIdx="2" presStyleCnt="5"/>
      <dgm:spPr/>
    </dgm:pt>
    <dgm:pt modelId="{B2FA171C-2CF9-467B-8FA7-827D4EF694BF}" type="pres">
      <dgm:prSet presAssocID="{B61D82A6-738D-4B82-AA61-51FB620100AA}"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aptop Secure"/>
        </a:ext>
      </dgm:extLst>
    </dgm:pt>
    <dgm:pt modelId="{7F068FED-CEF6-434F-853B-4AA755C6F3B0}" type="pres">
      <dgm:prSet presAssocID="{B61D82A6-738D-4B82-AA61-51FB620100AA}" presName="spaceRect" presStyleCnt="0"/>
      <dgm:spPr/>
    </dgm:pt>
    <dgm:pt modelId="{D78F5910-2DB0-4518-A6C3-2FD58783A859}" type="pres">
      <dgm:prSet presAssocID="{B61D82A6-738D-4B82-AA61-51FB620100AA}" presName="textRect" presStyleLbl="revTx" presStyleIdx="2" presStyleCnt="5">
        <dgm:presLayoutVars>
          <dgm:chMax val="1"/>
          <dgm:chPref val="1"/>
        </dgm:presLayoutVars>
      </dgm:prSet>
      <dgm:spPr/>
    </dgm:pt>
    <dgm:pt modelId="{81051272-48B7-4B4D-B6C0-E32309CCB410}" type="pres">
      <dgm:prSet presAssocID="{99A56292-5683-4C1A-9E6A-C125C89FF557}" presName="sibTrans" presStyleLbl="sibTrans2D1" presStyleIdx="0" presStyleCnt="0"/>
      <dgm:spPr/>
    </dgm:pt>
    <dgm:pt modelId="{9FD473ED-EF5A-4F1A-8727-35D0C11350DE}" type="pres">
      <dgm:prSet presAssocID="{9FFAD716-0C40-443E-8912-5D0BEF2BCD18}" presName="compNode" presStyleCnt="0"/>
      <dgm:spPr/>
    </dgm:pt>
    <dgm:pt modelId="{95DF858D-FCC7-4803-A31C-68E233A1EF84}" type="pres">
      <dgm:prSet presAssocID="{9FFAD716-0C40-443E-8912-5D0BEF2BCD18}" presName="iconBgRect" presStyleLbl="bgShp" presStyleIdx="3" presStyleCnt="5"/>
      <dgm:spPr/>
    </dgm:pt>
    <dgm:pt modelId="{B33D549D-487E-4612-80DF-63EB05F63DC7}" type="pres">
      <dgm:prSet presAssocID="{9FFAD716-0C40-443E-8912-5D0BEF2BCD18}"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E6632912-E235-48F4-82DB-15789436BD08}" type="pres">
      <dgm:prSet presAssocID="{9FFAD716-0C40-443E-8912-5D0BEF2BCD18}" presName="spaceRect" presStyleCnt="0"/>
      <dgm:spPr/>
    </dgm:pt>
    <dgm:pt modelId="{A6A06985-E707-4055-9D0A-9FED7BBA5250}" type="pres">
      <dgm:prSet presAssocID="{9FFAD716-0C40-443E-8912-5D0BEF2BCD18}" presName="textRect" presStyleLbl="revTx" presStyleIdx="3" presStyleCnt="5">
        <dgm:presLayoutVars>
          <dgm:chMax val="1"/>
          <dgm:chPref val="1"/>
        </dgm:presLayoutVars>
      </dgm:prSet>
      <dgm:spPr/>
    </dgm:pt>
    <dgm:pt modelId="{810441E3-B281-4E2C-B5B7-C4A11A8F5C04}" type="pres">
      <dgm:prSet presAssocID="{F35FD81C-CA4F-4680-B14D-5DFE58D6B68D}" presName="sibTrans" presStyleLbl="sibTrans2D1" presStyleIdx="0" presStyleCnt="0"/>
      <dgm:spPr/>
    </dgm:pt>
    <dgm:pt modelId="{98B97B14-1093-4E26-BEDD-C7FF5908E554}" type="pres">
      <dgm:prSet presAssocID="{0C922B18-0337-4E2C-A148-F2E3638BCE07}" presName="compNode" presStyleCnt="0"/>
      <dgm:spPr/>
    </dgm:pt>
    <dgm:pt modelId="{1391C05D-F21B-483A-B6D2-FC65520FF27B}" type="pres">
      <dgm:prSet presAssocID="{0C922B18-0337-4E2C-A148-F2E3638BCE07}" presName="iconBgRect" presStyleLbl="bgShp" presStyleIdx="4" presStyleCnt="5"/>
      <dgm:spPr/>
    </dgm:pt>
    <dgm:pt modelId="{EE0C1C74-C72C-4F79-A063-A6F5E4A292B0}" type="pres">
      <dgm:prSet presAssocID="{0C922B18-0337-4E2C-A148-F2E3638BCE07}"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Fingerprint"/>
        </a:ext>
      </dgm:extLst>
    </dgm:pt>
    <dgm:pt modelId="{B0C28557-8D85-4E82-A233-CC43B584705E}" type="pres">
      <dgm:prSet presAssocID="{0C922B18-0337-4E2C-A148-F2E3638BCE07}" presName="spaceRect" presStyleCnt="0"/>
      <dgm:spPr/>
    </dgm:pt>
    <dgm:pt modelId="{352E398C-EC4C-4D4A-9E97-D6616CA0C517}" type="pres">
      <dgm:prSet presAssocID="{0C922B18-0337-4E2C-A148-F2E3638BCE07}" presName="textRect" presStyleLbl="revTx" presStyleIdx="4" presStyleCnt="5">
        <dgm:presLayoutVars>
          <dgm:chMax val="1"/>
          <dgm:chPref val="1"/>
        </dgm:presLayoutVars>
      </dgm:prSet>
      <dgm:spPr/>
    </dgm:pt>
  </dgm:ptLst>
  <dgm:cxnLst>
    <dgm:cxn modelId="{0F74E20F-BE49-4978-8C63-067D8C24542F}" type="presOf" srcId="{0C922B18-0337-4E2C-A148-F2E3638BCE07}" destId="{352E398C-EC4C-4D4A-9E97-D6616CA0C517}" srcOrd="0" destOrd="0" presId="urn:microsoft.com/office/officeart/2018/2/layout/IconCircleList"/>
    <dgm:cxn modelId="{2AC5C017-3D7F-4DD0-8FCA-C4EA27FCF187}" type="presOf" srcId="{4486D92F-D5B9-4996-829B-14E93A1ECA83}" destId="{871F53BA-5374-4258-9FF2-7269762D149A}" srcOrd="0" destOrd="0" presId="urn:microsoft.com/office/officeart/2018/2/layout/IconCircleList"/>
    <dgm:cxn modelId="{7851A033-5B82-4F26-A2B4-286558C34469}" srcId="{15B40F0D-425D-4463-9619-D835525F6AD8}" destId="{6E8C0A05-193B-49AF-A53B-01DD68656247}" srcOrd="0" destOrd="0" parTransId="{26498C4C-417C-4BD9-B2D1-FE129214690D}" sibTransId="{23639A47-1ACE-4691-B21A-4D9D721C6D9E}"/>
    <dgm:cxn modelId="{E1694734-8254-4DD1-BBF5-FEE5AEF34DC2}" type="presOf" srcId="{F35FD81C-CA4F-4680-B14D-5DFE58D6B68D}" destId="{810441E3-B281-4E2C-B5B7-C4A11A8F5C04}" srcOrd="0" destOrd="0" presId="urn:microsoft.com/office/officeart/2018/2/layout/IconCircleList"/>
    <dgm:cxn modelId="{B236DE34-B431-4AEF-B56F-62A8B21B46B0}" type="presOf" srcId="{99A56292-5683-4C1A-9E6A-C125C89FF557}" destId="{81051272-48B7-4B4D-B6C0-E32309CCB410}" srcOrd="0" destOrd="0" presId="urn:microsoft.com/office/officeart/2018/2/layout/IconCircleList"/>
    <dgm:cxn modelId="{EC91725B-ECD7-40B4-9574-B897509C0477}" type="presOf" srcId="{B61D82A6-738D-4B82-AA61-51FB620100AA}" destId="{D78F5910-2DB0-4518-A6C3-2FD58783A859}" srcOrd="0" destOrd="0" presId="urn:microsoft.com/office/officeart/2018/2/layout/IconCircleList"/>
    <dgm:cxn modelId="{07DA7449-B9EE-4C13-9C0C-1DAA95F57EEE}" type="presOf" srcId="{E65B4E19-394B-4009-83F3-9564043DAA11}" destId="{4E6328A9-AE67-4E62-9B1E-98FC4E4ACA54}" srcOrd="0" destOrd="0" presId="urn:microsoft.com/office/officeart/2018/2/layout/IconCircleList"/>
    <dgm:cxn modelId="{E392E47C-ED1D-470C-865A-99016E303E75}" srcId="{15B40F0D-425D-4463-9619-D835525F6AD8}" destId="{E65B4E19-394B-4009-83F3-9564043DAA11}" srcOrd="1" destOrd="0" parTransId="{44A595A8-0817-4C85-9412-DABB91271459}" sibTransId="{4486D92F-D5B9-4996-829B-14E93A1ECA83}"/>
    <dgm:cxn modelId="{27D6D27E-E6F2-4763-AF9D-84AFD3B2C7DB}" type="presOf" srcId="{15B40F0D-425D-4463-9619-D835525F6AD8}" destId="{63B13246-681B-4A38-9F18-A6CF216C8954}" srcOrd="0" destOrd="0" presId="urn:microsoft.com/office/officeart/2018/2/layout/IconCircleList"/>
    <dgm:cxn modelId="{03DD7887-78B5-407A-A07E-D4C8BCC8F5D7}" srcId="{15B40F0D-425D-4463-9619-D835525F6AD8}" destId="{B61D82A6-738D-4B82-AA61-51FB620100AA}" srcOrd="2" destOrd="0" parTransId="{D7621D36-ACE0-4D54-85C5-3B517753440D}" sibTransId="{99A56292-5683-4C1A-9E6A-C125C89FF557}"/>
    <dgm:cxn modelId="{F3669988-4E2D-46E8-BB11-40FAA2B342A2}" type="presOf" srcId="{6E8C0A05-193B-49AF-A53B-01DD68656247}" destId="{A3979D3D-92DE-47B3-B87E-0F579C30E5A1}" srcOrd="0" destOrd="0" presId="urn:microsoft.com/office/officeart/2018/2/layout/IconCircleList"/>
    <dgm:cxn modelId="{00546E8E-E96A-45E1-B186-2618010B6D7A}" srcId="{15B40F0D-425D-4463-9619-D835525F6AD8}" destId="{9FFAD716-0C40-443E-8912-5D0BEF2BCD18}" srcOrd="3" destOrd="0" parTransId="{09AE3BC4-5942-4486-BB4C-10F3121DF93B}" sibTransId="{F35FD81C-CA4F-4680-B14D-5DFE58D6B68D}"/>
    <dgm:cxn modelId="{472AA98F-70BD-4723-87B2-50CFB4EC1D8E}" type="presOf" srcId="{9FFAD716-0C40-443E-8912-5D0BEF2BCD18}" destId="{A6A06985-E707-4055-9D0A-9FED7BBA5250}" srcOrd="0" destOrd="0" presId="urn:microsoft.com/office/officeart/2018/2/layout/IconCircleList"/>
    <dgm:cxn modelId="{89A9D3C4-2AFC-4574-B3E2-7812C80FE939}" srcId="{15B40F0D-425D-4463-9619-D835525F6AD8}" destId="{0C922B18-0337-4E2C-A148-F2E3638BCE07}" srcOrd="4" destOrd="0" parTransId="{54498C2A-2D26-4DA0-B662-E36D0DC9BC75}" sibTransId="{11513498-33A1-47F5-BFB3-5D2ABA962D55}"/>
    <dgm:cxn modelId="{FA6CA8ED-64D9-47F1-BCBE-08FCD1F9078A}" type="presOf" srcId="{23639A47-1ACE-4691-B21A-4D9D721C6D9E}" destId="{018D929D-9682-42D7-B22F-474484C47406}" srcOrd="0" destOrd="0" presId="urn:microsoft.com/office/officeart/2018/2/layout/IconCircleList"/>
    <dgm:cxn modelId="{7DF7D551-B72E-4B53-BC5F-3354226E72D3}" type="presParOf" srcId="{63B13246-681B-4A38-9F18-A6CF216C8954}" destId="{2FF419C4-1803-4F51-A661-6AD996F45FD8}" srcOrd="0" destOrd="0" presId="urn:microsoft.com/office/officeart/2018/2/layout/IconCircleList"/>
    <dgm:cxn modelId="{61AA90DB-3345-41EE-A611-15835DA0EE55}" type="presParOf" srcId="{2FF419C4-1803-4F51-A661-6AD996F45FD8}" destId="{0CE6DE28-952F-4B3A-A898-A72E047C7C62}" srcOrd="0" destOrd="0" presId="urn:microsoft.com/office/officeart/2018/2/layout/IconCircleList"/>
    <dgm:cxn modelId="{4F19A682-DD8B-49A8-9D3E-C1BFF08B5DA2}" type="presParOf" srcId="{0CE6DE28-952F-4B3A-A898-A72E047C7C62}" destId="{9A2A8E7C-B204-4B81-AF06-5D5EF68D1626}" srcOrd="0" destOrd="0" presId="urn:microsoft.com/office/officeart/2018/2/layout/IconCircleList"/>
    <dgm:cxn modelId="{1D837C34-5005-4005-B576-B3BC55650C53}" type="presParOf" srcId="{0CE6DE28-952F-4B3A-A898-A72E047C7C62}" destId="{F3823FCB-B29B-4CEE-9F07-3F7E535309DF}" srcOrd="1" destOrd="0" presId="urn:microsoft.com/office/officeart/2018/2/layout/IconCircleList"/>
    <dgm:cxn modelId="{8AE4FDEA-7119-48C5-83D9-911F6230996C}" type="presParOf" srcId="{0CE6DE28-952F-4B3A-A898-A72E047C7C62}" destId="{0EA1CF91-BEDC-4FBE-B5A9-35DE1AD099B8}" srcOrd="2" destOrd="0" presId="urn:microsoft.com/office/officeart/2018/2/layout/IconCircleList"/>
    <dgm:cxn modelId="{4A89B783-9C10-4D15-A03D-3BA4A93BDA9D}" type="presParOf" srcId="{0CE6DE28-952F-4B3A-A898-A72E047C7C62}" destId="{A3979D3D-92DE-47B3-B87E-0F579C30E5A1}" srcOrd="3" destOrd="0" presId="urn:microsoft.com/office/officeart/2018/2/layout/IconCircleList"/>
    <dgm:cxn modelId="{F9BF0479-CCE9-481A-9A95-3F5DA8BD6028}" type="presParOf" srcId="{2FF419C4-1803-4F51-A661-6AD996F45FD8}" destId="{018D929D-9682-42D7-B22F-474484C47406}" srcOrd="1" destOrd="0" presId="urn:microsoft.com/office/officeart/2018/2/layout/IconCircleList"/>
    <dgm:cxn modelId="{E0AE6C50-7B95-4F84-8F8E-DBBE58CC1D6C}" type="presParOf" srcId="{2FF419C4-1803-4F51-A661-6AD996F45FD8}" destId="{E3F8EB22-22EB-48E7-BFEF-D7F3785C3C1D}" srcOrd="2" destOrd="0" presId="urn:microsoft.com/office/officeart/2018/2/layout/IconCircleList"/>
    <dgm:cxn modelId="{A717EE46-BA7D-4838-ACCB-C662BB95C13E}" type="presParOf" srcId="{E3F8EB22-22EB-48E7-BFEF-D7F3785C3C1D}" destId="{168C0316-79C5-48E5-89BB-E731AA9DF8B4}" srcOrd="0" destOrd="0" presId="urn:microsoft.com/office/officeart/2018/2/layout/IconCircleList"/>
    <dgm:cxn modelId="{A1CC3207-6DC0-4992-B276-70E4052B9351}" type="presParOf" srcId="{E3F8EB22-22EB-48E7-BFEF-D7F3785C3C1D}" destId="{F5CEB314-D148-472C-8ADF-4E0F3D8945DA}" srcOrd="1" destOrd="0" presId="urn:microsoft.com/office/officeart/2018/2/layout/IconCircleList"/>
    <dgm:cxn modelId="{007989F5-72D2-4AF9-AEC6-03A560027163}" type="presParOf" srcId="{E3F8EB22-22EB-48E7-BFEF-D7F3785C3C1D}" destId="{40C0EAD2-636F-4177-A6D2-1A4572BDF3A8}" srcOrd="2" destOrd="0" presId="urn:microsoft.com/office/officeart/2018/2/layout/IconCircleList"/>
    <dgm:cxn modelId="{E721CE53-817E-4E8B-B9DE-B04A6397A20E}" type="presParOf" srcId="{E3F8EB22-22EB-48E7-BFEF-D7F3785C3C1D}" destId="{4E6328A9-AE67-4E62-9B1E-98FC4E4ACA54}" srcOrd="3" destOrd="0" presId="urn:microsoft.com/office/officeart/2018/2/layout/IconCircleList"/>
    <dgm:cxn modelId="{56605D04-337E-4E3A-AF13-A6ED1F23CE64}" type="presParOf" srcId="{2FF419C4-1803-4F51-A661-6AD996F45FD8}" destId="{871F53BA-5374-4258-9FF2-7269762D149A}" srcOrd="3" destOrd="0" presId="urn:microsoft.com/office/officeart/2018/2/layout/IconCircleList"/>
    <dgm:cxn modelId="{1388E9B8-258F-436B-ABD4-3C66A22D6345}" type="presParOf" srcId="{2FF419C4-1803-4F51-A661-6AD996F45FD8}" destId="{7B6D835C-5886-4597-8A35-BB5DE52314BC}" srcOrd="4" destOrd="0" presId="urn:microsoft.com/office/officeart/2018/2/layout/IconCircleList"/>
    <dgm:cxn modelId="{01E5FBE5-7C1B-4277-AF1B-FC105AE53385}" type="presParOf" srcId="{7B6D835C-5886-4597-8A35-BB5DE52314BC}" destId="{6518D270-81A0-4CA1-8379-4041EBD7C937}" srcOrd="0" destOrd="0" presId="urn:microsoft.com/office/officeart/2018/2/layout/IconCircleList"/>
    <dgm:cxn modelId="{6CB976F4-9A90-4F41-BCD3-36F065D89994}" type="presParOf" srcId="{7B6D835C-5886-4597-8A35-BB5DE52314BC}" destId="{B2FA171C-2CF9-467B-8FA7-827D4EF694BF}" srcOrd="1" destOrd="0" presId="urn:microsoft.com/office/officeart/2018/2/layout/IconCircleList"/>
    <dgm:cxn modelId="{734B2188-58B6-4929-B76D-E9D9740B2595}" type="presParOf" srcId="{7B6D835C-5886-4597-8A35-BB5DE52314BC}" destId="{7F068FED-CEF6-434F-853B-4AA755C6F3B0}" srcOrd="2" destOrd="0" presId="urn:microsoft.com/office/officeart/2018/2/layout/IconCircleList"/>
    <dgm:cxn modelId="{A686330F-2AB1-4A5A-A079-9B4C48DA833A}" type="presParOf" srcId="{7B6D835C-5886-4597-8A35-BB5DE52314BC}" destId="{D78F5910-2DB0-4518-A6C3-2FD58783A859}" srcOrd="3" destOrd="0" presId="urn:microsoft.com/office/officeart/2018/2/layout/IconCircleList"/>
    <dgm:cxn modelId="{1D5C6012-EBA5-43CF-8A3D-F74EEE7A3611}" type="presParOf" srcId="{2FF419C4-1803-4F51-A661-6AD996F45FD8}" destId="{81051272-48B7-4B4D-B6C0-E32309CCB410}" srcOrd="5" destOrd="0" presId="urn:microsoft.com/office/officeart/2018/2/layout/IconCircleList"/>
    <dgm:cxn modelId="{DA5F58B9-CF8C-4AFA-9F83-B91FD1A99354}" type="presParOf" srcId="{2FF419C4-1803-4F51-A661-6AD996F45FD8}" destId="{9FD473ED-EF5A-4F1A-8727-35D0C11350DE}" srcOrd="6" destOrd="0" presId="urn:microsoft.com/office/officeart/2018/2/layout/IconCircleList"/>
    <dgm:cxn modelId="{CE66A3CF-9D48-4013-8C82-B21728274D53}" type="presParOf" srcId="{9FD473ED-EF5A-4F1A-8727-35D0C11350DE}" destId="{95DF858D-FCC7-4803-A31C-68E233A1EF84}" srcOrd="0" destOrd="0" presId="urn:microsoft.com/office/officeart/2018/2/layout/IconCircleList"/>
    <dgm:cxn modelId="{A9DF9C4D-15BB-449C-95A7-2F72A518F953}" type="presParOf" srcId="{9FD473ED-EF5A-4F1A-8727-35D0C11350DE}" destId="{B33D549D-487E-4612-80DF-63EB05F63DC7}" srcOrd="1" destOrd="0" presId="urn:microsoft.com/office/officeart/2018/2/layout/IconCircleList"/>
    <dgm:cxn modelId="{8AE1DD3E-55C7-4EBC-833F-6B82EF9CB2EB}" type="presParOf" srcId="{9FD473ED-EF5A-4F1A-8727-35D0C11350DE}" destId="{E6632912-E235-48F4-82DB-15789436BD08}" srcOrd="2" destOrd="0" presId="urn:microsoft.com/office/officeart/2018/2/layout/IconCircleList"/>
    <dgm:cxn modelId="{7983039F-C3B7-4C9E-BDB4-42096928E344}" type="presParOf" srcId="{9FD473ED-EF5A-4F1A-8727-35D0C11350DE}" destId="{A6A06985-E707-4055-9D0A-9FED7BBA5250}" srcOrd="3" destOrd="0" presId="urn:microsoft.com/office/officeart/2018/2/layout/IconCircleList"/>
    <dgm:cxn modelId="{96D2691B-2457-4EC4-AC4C-C41EA2652F98}" type="presParOf" srcId="{2FF419C4-1803-4F51-A661-6AD996F45FD8}" destId="{810441E3-B281-4E2C-B5B7-C4A11A8F5C04}" srcOrd="7" destOrd="0" presId="urn:microsoft.com/office/officeart/2018/2/layout/IconCircleList"/>
    <dgm:cxn modelId="{CA563B8F-4522-4A72-9BCD-AEA0004EB9DA}" type="presParOf" srcId="{2FF419C4-1803-4F51-A661-6AD996F45FD8}" destId="{98B97B14-1093-4E26-BEDD-C7FF5908E554}" srcOrd="8" destOrd="0" presId="urn:microsoft.com/office/officeart/2018/2/layout/IconCircleList"/>
    <dgm:cxn modelId="{4E5821B1-32A6-493B-9C17-81172AC09B02}" type="presParOf" srcId="{98B97B14-1093-4E26-BEDD-C7FF5908E554}" destId="{1391C05D-F21B-483A-B6D2-FC65520FF27B}" srcOrd="0" destOrd="0" presId="urn:microsoft.com/office/officeart/2018/2/layout/IconCircleList"/>
    <dgm:cxn modelId="{7F2DCA58-5DC9-40CB-BF55-F00C9A443AEB}" type="presParOf" srcId="{98B97B14-1093-4E26-BEDD-C7FF5908E554}" destId="{EE0C1C74-C72C-4F79-A063-A6F5E4A292B0}" srcOrd="1" destOrd="0" presId="urn:microsoft.com/office/officeart/2018/2/layout/IconCircleList"/>
    <dgm:cxn modelId="{887143B3-877E-48D0-8DA7-738E2EF608A7}" type="presParOf" srcId="{98B97B14-1093-4E26-BEDD-C7FF5908E554}" destId="{B0C28557-8D85-4E82-A233-CC43B584705E}" srcOrd="2" destOrd="0" presId="urn:microsoft.com/office/officeart/2018/2/layout/IconCircleList"/>
    <dgm:cxn modelId="{A8547F31-6057-46E9-914D-BBC651FFD536}" type="presParOf" srcId="{98B97B14-1093-4E26-BEDD-C7FF5908E554}" destId="{352E398C-EC4C-4D4A-9E97-D6616CA0C517}"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CEFA4B1-2A98-415D-9CF9-0E2D84C6A8E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CE7EB80-A28E-49D5-B46A-A9B71A5E9C2A}">
      <dgm:prSet/>
      <dgm:spPr/>
      <dgm:t>
        <a:bodyPr/>
        <a:lstStyle/>
        <a:p>
          <a:pPr>
            <a:lnSpc>
              <a:spcPct val="100000"/>
            </a:lnSpc>
          </a:pPr>
          <a:r>
            <a:rPr lang="en-IN" b="1"/>
            <a:t>Rapidly evolving technologies</a:t>
          </a:r>
          <a:r>
            <a:rPr lang="en-IN"/>
            <a:t>: The pace of technological change requires forensic experts to continuously update their skills and tools to keep up with new devices and data formats.</a:t>
          </a:r>
          <a:endParaRPr lang="en-US"/>
        </a:p>
      </dgm:t>
    </dgm:pt>
    <dgm:pt modelId="{3B588CB2-8C90-4415-973B-81E1CEAE2DF6}" type="parTrans" cxnId="{273243E9-7CFD-493B-944E-15309AE6EBB1}">
      <dgm:prSet/>
      <dgm:spPr/>
      <dgm:t>
        <a:bodyPr/>
        <a:lstStyle/>
        <a:p>
          <a:endParaRPr lang="en-US"/>
        </a:p>
      </dgm:t>
    </dgm:pt>
    <dgm:pt modelId="{61DB92A6-36E0-4559-B67A-1B36C671D316}" type="sibTrans" cxnId="{273243E9-7CFD-493B-944E-15309AE6EBB1}">
      <dgm:prSet/>
      <dgm:spPr/>
      <dgm:t>
        <a:bodyPr/>
        <a:lstStyle/>
        <a:p>
          <a:endParaRPr lang="en-US"/>
        </a:p>
      </dgm:t>
    </dgm:pt>
    <dgm:pt modelId="{5A608171-CCF5-48DA-8FF0-FCB5968C64D4}">
      <dgm:prSet/>
      <dgm:spPr/>
      <dgm:t>
        <a:bodyPr/>
        <a:lstStyle/>
        <a:p>
          <a:pPr>
            <a:lnSpc>
              <a:spcPct val="100000"/>
            </a:lnSpc>
          </a:pPr>
          <a:r>
            <a:rPr lang="en-IN" b="1"/>
            <a:t>Encryption and anti-forensics techniques</a:t>
          </a:r>
          <a:r>
            <a:rPr lang="en-IN"/>
            <a:t>: Cybercriminals often use encryption and other techniques to hide their activities, making it more difficult for forensic experts to recover and analyze evidence.</a:t>
          </a:r>
          <a:endParaRPr lang="en-US"/>
        </a:p>
      </dgm:t>
    </dgm:pt>
    <dgm:pt modelId="{79F29A4F-5D84-4AD4-897A-B109AB5FA075}" type="parTrans" cxnId="{18EF2AAB-250F-49E2-AB48-95DB4F86BEEA}">
      <dgm:prSet/>
      <dgm:spPr/>
      <dgm:t>
        <a:bodyPr/>
        <a:lstStyle/>
        <a:p>
          <a:endParaRPr lang="en-US"/>
        </a:p>
      </dgm:t>
    </dgm:pt>
    <dgm:pt modelId="{FD338849-6273-49BC-9AE6-7980EC0653E5}" type="sibTrans" cxnId="{18EF2AAB-250F-49E2-AB48-95DB4F86BEEA}">
      <dgm:prSet/>
      <dgm:spPr/>
      <dgm:t>
        <a:bodyPr/>
        <a:lstStyle/>
        <a:p>
          <a:endParaRPr lang="en-US"/>
        </a:p>
      </dgm:t>
    </dgm:pt>
    <dgm:pt modelId="{AC0678B3-9512-4AE0-8384-AD716C6E04A0}">
      <dgm:prSet/>
      <dgm:spPr/>
      <dgm:t>
        <a:bodyPr/>
        <a:lstStyle/>
        <a:p>
          <a:pPr>
            <a:lnSpc>
              <a:spcPct val="100000"/>
            </a:lnSpc>
          </a:pPr>
          <a:r>
            <a:rPr lang="en-IN" b="1"/>
            <a:t>Large volumes of data</a:t>
          </a:r>
          <a:r>
            <a:rPr lang="en-IN"/>
            <a:t>: The increasing amount of digital data generated by modern devices can make it challenging for forensic teams to efficiently process and analyze all relevant evidence.</a:t>
          </a:r>
          <a:endParaRPr lang="en-US"/>
        </a:p>
      </dgm:t>
    </dgm:pt>
    <dgm:pt modelId="{721B8ADA-CEFB-44AF-BC0C-B7EE1CFD2BE2}" type="parTrans" cxnId="{1F444721-C8E7-4246-BA49-35DD2B02C907}">
      <dgm:prSet/>
      <dgm:spPr/>
      <dgm:t>
        <a:bodyPr/>
        <a:lstStyle/>
        <a:p>
          <a:endParaRPr lang="en-US"/>
        </a:p>
      </dgm:t>
    </dgm:pt>
    <dgm:pt modelId="{5B20518A-B53B-4AE5-91DD-19B288A889B4}" type="sibTrans" cxnId="{1F444721-C8E7-4246-BA49-35DD2B02C907}">
      <dgm:prSet/>
      <dgm:spPr/>
      <dgm:t>
        <a:bodyPr/>
        <a:lstStyle/>
        <a:p>
          <a:endParaRPr lang="en-US"/>
        </a:p>
      </dgm:t>
    </dgm:pt>
    <dgm:pt modelId="{C4B8EE09-E4FA-41C5-A5DB-A9E2D9483929}">
      <dgm:prSet/>
      <dgm:spPr/>
      <dgm:t>
        <a:bodyPr/>
        <a:lstStyle/>
        <a:p>
          <a:pPr>
            <a:lnSpc>
              <a:spcPct val="100000"/>
            </a:lnSpc>
          </a:pPr>
          <a:r>
            <a:rPr lang="en-IN" b="1"/>
            <a:t>Jurisdictional issues</a:t>
          </a:r>
          <a:r>
            <a:rPr lang="en-IN"/>
            <a:t>: Cybercrimes often transcend national borders, complicating legal and jurisdictional issues related to evidence collection and sharing.</a:t>
          </a:r>
          <a:endParaRPr lang="en-US"/>
        </a:p>
      </dgm:t>
    </dgm:pt>
    <dgm:pt modelId="{FAC75278-8C7A-4CB4-957D-8E7BB7AA951C}" type="parTrans" cxnId="{7B693AC3-E3FB-4AA0-AC92-FFC8517DCF4E}">
      <dgm:prSet/>
      <dgm:spPr/>
      <dgm:t>
        <a:bodyPr/>
        <a:lstStyle/>
        <a:p>
          <a:endParaRPr lang="en-US"/>
        </a:p>
      </dgm:t>
    </dgm:pt>
    <dgm:pt modelId="{AC6F07B1-CF2F-4600-B917-0A4B466025E9}" type="sibTrans" cxnId="{7B693AC3-E3FB-4AA0-AC92-FFC8517DCF4E}">
      <dgm:prSet/>
      <dgm:spPr/>
      <dgm:t>
        <a:bodyPr/>
        <a:lstStyle/>
        <a:p>
          <a:endParaRPr lang="en-US"/>
        </a:p>
      </dgm:t>
    </dgm:pt>
    <dgm:pt modelId="{EDAAEF53-E456-407A-97C0-75577948DFAA}" type="pres">
      <dgm:prSet presAssocID="{FCEFA4B1-2A98-415D-9CF9-0E2D84C6A8E1}" presName="root" presStyleCnt="0">
        <dgm:presLayoutVars>
          <dgm:dir/>
          <dgm:resizeHandles val="exact"/>
        </dgm:presLayoutVars>
      </dgm:prSet>
      <dgm:spPr/>
    </dgm:pt>
    <dgm:pt modelId="{1AA675A4-C1D7-4827-9450-26149CF605EC}" type="pres">
      <dgm:prSet presAssocID="{BCE7EB80-A28E-49D5-B46A-A9B71A5E9C2A}" presName="compNode" presStyleCnt="0"/>
      <dgm:spPr/>
    </dgm:pt>
    <dgm:pt modelId="{BCEAB54D-2D49-4A03-9588-A76404CE89C9}" type="pres">
      <dgm:prSet presAssocID="{BCE7EB80-A28E-49D5-B46A-A9B71A5E9C2A}" presName="bgRect" presStyleLbl="bgShp" presStyleIdx="0" presStyleCnt="4"/>
      <dgm:spPr/>
    </dgm:pt>
    <dgm:pt modelId="{D3676171-3E35-4798-9E03-FB20926F5C60}" type="pres">
      <dgm:prSet presAssocID="{BCE7EB80-A28E-49D5-B46A-A9B71A5E9C2A}"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Processor"/>
        </a:ext>
      </dgm:extLst>
    </dgm:pt>
    <dgm:pt modelId="{B2A6C9E6-015D-4A24-AD90-33E4BC853576}" type="pres">
      <dgm:prSet presAssocID="{BCE7EB80-A28E-49D5-B46A-A9B71A5E9C2A}" presName="spaceRect" presStyleCnt="0"/>
      <dgm:spPr/>
    </dgm:pt>
    <dgm:pt modelId="{D02FBF7C-0012-4A1E-A634-5C1724B1841A}" type="pres">
      <dgm:prSet presAssocID="{BCE7EB80-A28E-49D5-B46A-A9B71A5E9C2A}" presName="parTx" presStyleLbl="revTx" presStyleIdx="0" presStyleCnt="4">
        <dgm:presLayoutVars>
          <dgm:chMax val="0"/>
          <dgm:chPref val="0"/>
        </dgm:presLayoutVars>
      </dgm:prSet>
      <dgm:spPr/>
    </dgm:pt>
    <dgm:pt modelId="{A58DADAD-2D63-467A-9843-4673A9AC511E}" type="pres">
      <dgm:prSet presAssocID="{61DB92A6-36E0-4559-B67A-1B36C671D316}" presName="sibTrans" presStyleCnt="0"/>
      <dgm:spPr/>
    </dgm:pt>
    <dgm:pt modelId="{9CCA0454-9DB7-4785-8A28-256FDDAE4733}" type="pres">
      <dgm:prSet presAssocID="{5A608171-CCF5-48DA-8FF0-FCB5968C64D4}" presName="compNode" presStyleCnt="0"/>
      <dgm:spPr/>
    </dgm:pt>
    <dgm:pt modelId="{682449DF-FADE-4EAC-847E-9DF833AB911C}" type="pres">
      <dgm:prSet presAssocID="{5A608171-CCF5-48DA-8FF0-FCB5968C64D4}" presName="bgRect" presStyleLbl="bgShp" presStyleIdx="1" presStyleCnt="4"/>
      <dgm:spPr/>
    </dgm:pt>
    <dgm:pt modelId="{62E59F47-2AB1-41D3-8F9E-A7AD0135AE13}" type="pres">
      <dgm:prSet presAssocID="{5A608171-CCF5-48DA-8FF0-FCB5968C64D4}"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nlock"/>
        </a:ext>
      </dgm:extLst>
    </dgm:pt>
    <dgm:pt modelId="{D3E0F316-044D-4680-AFFE-19E9AF8D8906}" type="pres">
      <dgm:prSet presAssocID="{5A608171-CCF5-48DA-8FF0-FCB5968C64D4}" presName="spaceRect" presStyleCnt="0"/>
      <dgm:spPr/>
    </dgm:pt>
    <dgm:pt modelId="{B4063E91-574C-45B5-896F-B49CC3222FC7}" type="pres">
      <dgm:prSet presAssocID="{5A608171-CCF5-48DA-8FF0-FCB5968C64D4}" presName="parTx" presStyleLbl="revTx" presStyleIdx="1" presStyleCnt="4">
        <dgm:presLayoutVars>
          <dgm:chMax val="0"/>
          <dgm:chPref val="0"/>
        </dgm:presLayoutVars>
      </dgm:prSet>
      <dgm:spPr/>
    </dgm:pt>
    <dgm:pt modelId="{74AD5346-9B7A-4D09-9210-EBA7EE5EB49B}" type="pres">
      <dgm:prSet presAssocID="{FD338849-6273-49BC-9AE6-7980EC0653E5}" presName="sibTrans" presStyleCnt="0"/>
      <dgm:spPr/>
    </dgm:pt>
    <dgm:pt modelId="{ACEFA07A-6DA0-4115-AFFB-93984DEC106C}" type="pres">
      <dgm:prSet presAssocID="{AC0678B3-9512-4AE0-8384-AD716C6E04A0}" presName="compNode" presStyleCnt="0"/>
      <dgm:spPr/>
    </dgm:pt>
    <dgm:pt modelId="{5B5EACF1-DAB7-4611-9A33-A170F819B8EB}" type="pres">
      <dgm:prSet presAssocID="{AC0678B3-9512-4AE0-8384-AD716C6E04A0}" presName="bgRect" presStyleLbl="bgShp" presStyleIdx="2" presStyleCnt="4"/>
      <dgm:spPr/>
    </dgm:pt>
    <dgm:pt modelId="{C56A85AD-90DC-41F9-A9C4-0F27006977C7}" type="pres">
      <dgm:prSet presAssocID="{AC0678B3-9512-4AE0-8384-AD716C6E04A0}"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tatistics"/>
        </a:ext>
      </dgm:extLst>
    </dgm:pt>
    <dgm:pt modelId="{6AD49A05-E5BC-403D-9A8B-303F49FD33DE}" type="pres">
      <dgm:prSet presAssocID="{AC0678B3-9512-4AE0-8384-AD716C6E04A0}" presName="spaceRect" presStyleCnt="0"/>
      <dgm:spPr/>
    </dgm:pt>
    <dgm:pt modelId="{2CDD0260-F095-42D4-9C6B-50F74A249D75}" type="pres">
      <dgm:prSet presAssocID="{AC0678B3-9512-4AE0-8384-AD716C6E04A0}" presName="parTx" presStyleLbl="revTx" presStyleIdx="2" presStyleCnt="4">
        <dgm:presLayoutVars>
          <dgm:chMax val="0"/>
          <dgm:chPref val="0"/>
        </dgm:presLayoutVars>
      </dgm:prSet>
      <dgm:spPr/>
    </dgm:pt>
    <dgm:pt modelId="{D69AFF6B-D043-4B0F-B287-9D51589F34E2}" type="pres">
      <dgm:prSet presAssocID="{5B20518A-B53B-4AE5-91DD-19B288A889B4}" presName="sibTrans" presStyleCnt="0"/>
      <dgm:spPr/>
    </dgm:pt>
    <dgm:pt modelId="{E930E228-1F1A-48DE-A44A-FC9AAD4C82AB}" type="pres">
      <dgm:prSet presAssocID="{C4B8EE09-E4FA-41C5-A5DB-A9E2D9483929}" presName="compNode" presStyleCnt="0"/>
      <dgm:spPr/>
    </dgm:pt>
    <dgm:pt modelId="{87E68E27-7995-4DC3-A24C-2641F54219B5}" type="pres">
      <dgm:prSet presAssocID="{C4B8EE09-E4FA-41C5-A5DB-A9E2D9483929}" presName="bgRect" presStyleLbl="bgShp" presStyleIdx="3" presStyleCnt="4"/>
      <dgm:spPr/>
    </dgm:pt>
    <dgm:pt modelId="{C8B70C13-B716-4094-9FCE-D720D459DAFB}" type="pres">
      <dgm:prSet presAssocID="{C4B8EE09-E4FA-41C5-A5DB-A9E2D9483929}"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Judge"/>
        </a:ext>
      </dgm:extLst>
    </dgm:pt>
    <dgm:pt modelId="{642327C1-6C90-48B3-B700-77C828C36AD7}" type="pres">
      <dgm:prSet presAssocID="{C4B8EE09-E4FA-41C5-A5DB-A9E2D9483929}" presName="spaceRect" presStyleCnt="0"/>
      <dgm:spPr/>
    </dgm:pt>
    <dgm:pt modelId="{BF401B4A-8EDA-4D67-B630-88418F1E494D}" type="pres">
      <dgm:prSet presAssocID="{C4B8EE09-E4FA-41C5-A5DB-A9E2D9483929}" presName="parTx" presStyleLbl="revTx" presStyleIdx="3" presStyleCnt="4">
        <dgm:presLayoutVars>
          <dgm:chMax val="0"/>
          <dgm:chPref val="0"/>
        </dgm:presLayoutVars>
      </dgm:prSet>
      <dgm:spPr/>
    </dgm:pt>
  </dgm:ptLst>
  <dgm:cxnLst>
    <dgm:cxn modelId="{D320150C-3484-41B5-97B4-A55B8E143E2A}" type="presOf" srcId="{BCE7EB80-A28E-49D5-B46A-A9B71A5E9C2A}" destId="{D02FBF7C-0012-4A1E-A634-5C1724B1841A}" srcOrd="0" destOrd="0" presId="urn:microsoft.com/office/officeart/2018/2/layout/IconVerticalSolidList"/>
    <dgm:cxn modelId="{355FE018-A2BC-426E-B46C-C6C741669E00}" type="presOf" srcId="{C4B8EE09-E4FA-41C5-A5DB-A9E2D9483929}" destId="{BF401B4A-8EDA-4D67-B630-88418F1E494D}" srcOrd="0" destOrd="0" presId="urn:microsoft.com/office/officeart/2018/2/layout/IconVerticalSolidList"/>
    <dgm:cxn modelId="{1F444721-C8E7-4246-BA49-35DD2B02C907}" srcId="{FCEFA4B1-2A98-415D-9CF9-0E2D84C6A8E1}" destId="{AC0678B3-9512-4AE0-8384-AD716C6E04A0}" srcOrd="2" destOrd="0" parTransId="{721B8ADA-CEFB-44AF-BC0C-B7EE1CFD2BE2}" sibTransId="{5B20518A-B53B-4AE5-91DD-19B288A889B4}"/>
    <dgm:cxn modelId="{FB3CD5A6-06D0-4925-9196-238BC660D397}" type="presOf" srcId="{FCEFA4B1-2A98-415D-9CF9-0E2D84C6A8E1}" destId="{EDAAEF53-E456-407A-97C0-75577948DFAA}" srcOrd="0" destOrd="0" presId="urn:microsoft.com/office/officeart/2018/2/layout/IconVerticalSolidList"/>
    <dgm:cxn modelId="{18EF2AAB-250F-49E2-AB48-95DB4F86BEEA}" srcId="{FCEFA4B1-2A98-415D-9CF9-0E2D84C6A8E1}" destId="{5A608171-CCF5-48DA-8FF0-FCB5968C64D4}" srcOrd="1" destOrd="0" parTransId="{79F29A4F-5D84-4AD4-897A-B109AB5FA075}" sibTransId="{FD338849-6273-49BC-9AE6-7980EC0653E5}"/>
    <dgm:cxn modelId="{B97E2BB5-855F-4514-9A8E-3D85C311D4DB}" type="presOf" srcId="{5A608171-CCF5-48DA-8FF0-FCB5968C64D4}" destId="{B4063E91-574C-45B5-896F-B49CC3222FC7}" srcOrd="0" destOrd="0" presId="urn:microsoft.com/office/officeart/2018/2/layout/IconVerticalSolidList"/>
    <dgm:cxn modelId="{7B693AC3-E3FB-4AA0-AC92-FFC8517DCF4E}" srcId="{FCEFA4B1-2A98-415D-9CF9-0E2D84C6A8E1}" destId="{C4B8EE09-E4FA-41C5-A5DB-A9E2D9483929}" srcOrd="3" destOrd="0" parTransId="{FAC75278-8C7A-4CB4-957D-8E7BB7AA951C}" sibTransId="{AC6F07B1-CF2F-4600-B917-0A4B466025E9}"/>
    <dgm:cxn modelId="{273243E9-7CFD-493B-944E-15309AE6EBB1}" srcId="{FCEFA4B1-2A98-415D-9CF9-0E2D84C6A8E1}" destId="{BCE7EB80-A28E-49D5-B46A-A9B71A5E9C2A}" srcOrd="0" destOrd="0" parTransId="{3B588CB2-8C90-4415-973B-81E1CEAE2DF6}" sibTransId="{61DB92A6-36E0-4559-B67A-1B36C671D316}"/>
    <dgm:cxn modelId="{B4212AFB-EF24-40EA-8925-8DA3484880CD}" type="presOf" srcId="{AC0678B3-9512-4AE0-8384-AD716C6E04A0}" destId="{2CDD0260-F095-42D4-9C6B-50F74A249D75}" srcOrd="0" destOrd="0" presId="urn:microsoft.com/office/officeart/2018/2/layout/IconVerticalSolidList"/>
    <dgm:cxn modelId="{E6B21B2E-3970-4CB4-B4F4-961409B41B2D}" type="presParOf" srcId="{EDAAEF53-E456-407A-97C0-75577948DFAA}" destId="{1AA675A4-C1D7-4827-9450-26149CF605EC}" srcOrd="0" destOrd="0" presId="urn:microsoft.com/office/officeart/2018/2/layout/IconVerticalSolidList"/>
    <dgm:cxn modelId="{B3C1A771-9258-421A-8104-57B0AC01C7AD}" type="presParOf" srcId="{1AA675A4-C1D7-4827-9450-26149CF605EC}" destId="{BCEAB54D-2D49-4A03-9588-A76404CE89C9}" srcOrd="0" destOrd="0" presId="urn:microsoft.com/office/officeart/2018/2/layout/IconVerticalSolidList"/>
    <dgm:cxn modelId="{BB0ABE0E-4CCA-4EE2-9B9A-12B9829D7927}" type="presParOf" srcId="{1AA675A4-C1D7-4827-9450-26149CF605EC}" destId="{D3676171-3E35-4798-9E03-FB20926F5C60}" srcOrd="1" destOrd="0" presId="urn:microsoft.com/office/officeart/2018/2/layout/IconVerticalSolidList"/>
    <dgm:cxn modelId="{026A444F-6168-4429-AE95-F556DCEEE501}" type="presParOf" srcId="{1AA675A4-C1D7-4827-9450-26149CF605EC}" destId="{B2A6C9E6-015D-4A24-AD90-33E4BC853576}" srcOrd="2" destOrd="0" presId="urn:microsoft.com/office/officeart/2018/2/layout/IconVerticalSolidList"/>
    <dgm:cxn modelId="{EE71425A-7AEE-43BA-A4CC-A59B032FC185}" type="presParOf" srcId="{1AA675A4-C1D7-4827-9450-26149CF605EC}" destId="{D02FBF7C-0012-4A1E-A634-5C1724B1841A}" srcOrd="3" destOrd="0" presId="urn:microsoft.com/office/officeart/2018/2/layout/IconVerticalSolidList"/>
    <dgm:cxn modelId="{4AFC17D1-71D4-4177-86AA-C971ED2A04AE}" type="presParOf" srcId="{EDAAEF53-E456-407A-97C0-75577948DFAA}" destId="{A58DADAD-2D63-467A-9843-4673A9AC511E}" srcOrd="1" destOrd="0" presId="urn:microsoft.com/office/officeart/2018/2/layout/IconVerticalSolidList"/>
    <dgm:cxn modelId="{9824D77A-6EC5-40BA-8D81-EC99F0A77FE9}" type="presParOf" srcId="{EDAAEF53-E456-407A-97C0-75577948DFAA}" destId="{9CCA0454-9DB7-4785-8A28-256FDDAE4733}" srcOrd="2" destOrd="0" presId="urn:microsoft.com/office/officeart/2018/2/layout/IconVerticalSolidList"/>
    <dgm:cxn modelId="{C142CAA0-5F8B-4A49-B6B0-2AAA63F866DA}" type="presParOf" srcId="{9CCA0454-9DB7-4785-8A28-256FDDAE4733}" destId="{682449DF-FADE-4EAC-847E-9DF833AB911C}" srcOrd="0" destOrd="0" presId="urn:microsoft.com/office/officeart/2018/2/layout/IconVerticalSolidList"/>
    <dgm:cxn modelId="{BDDE85E9-9027-42AF-B8D0-12ED9945EC5A}" type="presParOf" srcId="{9CCA0454-9DB7-4785-8A28-256FDDAE4733}" destId="{62E59F47-2AB1-41D3-8F9E-A7AD0135AE13}" srcOrd="1" destOrd="0" presId="urn:microsoft.com/office/officeart/2018/2/layout/IconVerticalSolidList"/>
    <dgm:cxn modelId="{ABB5A753-90F7-42A7-AC48-3A13C45AB37D}" type="presParOf" srcId="{9CCA0454-9DB7-4785-8A28-256FDDAE4733}" destId="{D3E0F316-044D-4680-AFFE-19E9AF8D8906}" srcOrd="2" destOrd="0" presId="urn:microsoft.com/office/officeart/2018/2/layout/IconVerticalSolidList"/>
    <dgm:cxn modelId="{EF040853-040F-4615-B539-88C2F0FE9393}" type="presParOf" srcId="{9CCA0454-9DB7-4785-8A28-256FDDAE4733}" destId="{B4063E91-574C-45B5-896F-B49CC3222FC7}" srcOrd="3" destOrd="0" presId="urn:microsoft.com/office/officeart/2018/2/layout/IconVerticalSolidList"/>
    <dgm:cxn modelId="{78402DC2-01D2-45C1-AA98-4770822CB189}" type="presParOf" srcId="{EDAAEF53-E456-407A-97C0-75577948DFAA}" destId="{74AD5346-9B7A-4D09-9210-EBA7EE5EB49B}" srcOrd="3" destOrd="0" presId="urn:microsoft.com/office/officeart/2018/2/layout/IconVerticalSolidList"/>
    <dgm:cxn modelId="{BFC0DFC6-6F12-4706-9A4B-C74FD701D268}" type="presParOf" srcId="{EDAAEF53-E456-407A-97C0-75577948DFAA}" destId="{ACEFA07A-6DA0-4115-AFFB-93984DEC106C}" srcOrd="4" destOrd="0" presId="urn:microsoft.com/office/officeart/2018/2/layout/IconVerticalSolidList"/>
    <dgm:cxn modelId="{8A864BA4-D132-4379-B644-F5850EBE6C40}" type="presParOf" srcId="{ACEFA07A-6DA0-4115-AFFB-93984DEC106C}" destId="{5B5EACF1-DAB7-4611-9A33-A170F819B8EB}" srcOrd="0" destOrd="0" presId="urn:microsoft.com/office/officeart/2018/2/layout/IconVerticalSolidList"/>
    <dgm:cxn modelId="{A043EE23-5C9F-4E85-A248-BE2379324C90}" type="presParOf" srcId="{ACEFA07A-6DA0-4115-AFFB-93984DEC106C}" destId="{C56A85AD-90DC-41F9-A9C4-0F27006977C7}" srcOrd="1" destOrd="0" presId="urn:microsoft.com/office/officeart/2018/2/layout/IconVerticalSolidList"/>
    <dgm:cxn modelId="{FE7CD5DF-A99E-494F-B333-22991468AE99}" type="presParOf" srcId="{ACEFA07A-6DA0-4115-AFFB-93984DEC106C}" destId="{6AD49A05-E5BC-403D-9A8B-303F49FD33DE}" srcOrd="2" destOrd="0" presId="urn:microsoft.com/office/officeart/2018/2/layout/IconVerticalSolidList"/>
    <dgm:cxn modelId="{9CD89892-5FBF-4C7C-A578-EF03AC845B82}" type="presParOf" srcId="{ACEFA07A-6DA0-4115-AFFB-93984DEC106C}" destId="{2CDD0260-F095-42D4-9C6B-50F74A249D75}" srcOrd="3" destOrd="0" presId="urn:microsoft.com/office/officeart/2018/2/layout/IconVerticalSolidList"/>
    <dgm:cxn modelId="{1A608097-49F5-49AF-96CF-862105205B0C}" type="presParOf" srcId="{EDAAEF53-E456-407A-97C0-75577948DFAA}" destId="{D69AFF6B-D043-4B0F-B287-9D51589F34E2}" srcOrd="5" destOrd="0" presId="urn:microsoft.com/office/officeart/2018/2/layout/IconVerticalSolidList"/>
    <dgm:cxn modelId="{1BD9EFE5-AF60-4B2B-B840-794DDA136B97}" type="presParOf" srcId="{EDAAEF53-E456-407A-97C0-75577948DFAA}" destId="{E930E228-1F1A-48DE-A44A-FC9AAD4C82AB}" srcOrd="6" destOrd="0" presId="urn:microsoft.com/office/officeart/2018/2/layout/IconVerticalSolidList"/>
    <dgm:cxn modelId="{52412002-2A34-4AA5-AAB2-42A032809B01}" type="presParOf" srcId="{E930E228-1F1A-48DE-A44A-FC9AAD4C82AB}" destId="{87E68E27-7995-4DC3-A24C-2641F54219B5}" srcOrd="0" destOrd="0" presId="urn:microsoft.com/office/officeart/2018/2/layout/IconVerticalSolidList"/>
    <dgm:cxn modelId="{A6F97D0C-43DD-4B75-A451-E62F732A8E62}" type="presParOf" srcId="{E930E228-1F1A-48DE-A44A-FC9AAD4C82AB}" destId="{C8B70C13-B716-4094-9FCE-D720D459DAFB}" srcOrd="1" destOrd="0" presId="urn:microsoft.com/office/officeart/2018/2/layout/IconVerticalSolidList"/>
    <dgm:cxn modelId="{87057BCB-BCCD-4776-9A35-E24D8DBC38CB}" type="presParOf" srcId="{E930E228-1F1A-48DE-A44A-FC9AAD4C82AB}" destId="{642327C1-6C90-48B3-B700-77C828C36AD7}" srcOrd="2" destOrd="0" presId="urn:microsoft.com/office/officeart/2018/2/layout/IconVerticalSolidList"/>
    <dgm:cxn modelId="{EE22CD62-C2DC-4A8A-BD5C-0AAEC00ED106}" type="presParOf" srcId="{E930E228-1F1A-48DE-A44A-FC9AAD4C82AB}" destId="{BF401B4A-8EDA-4D67-B630-88418F1E494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EE85CC7-BC95-4947-9AA0-D8AB517A66E6}"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87C46C28-7F20-430F-9B95-EDF3ADD36CC9}">
      <dgm:prSet/>
      <dgm:spPr/>
      <dgm:t>
        <a:bodyPr/>
        <a:lstStyle/>
        <a:p>
          <a:r>
            <a:rPr lang="en-IN" b="1"/>
            <a:t>Rising Cybercrime</a:t>
          </a:r>
          <a:r>
            <a:rPr lang="en-IN"/>
            <a:t> </a:t>
          </a:r>
          <a:endParaRPr lang="en-US"/>
        </a:p>
      </dgm:t>
    </dgm:pt>
    <dgm:pt modelId="{C5473367-2A9F-4720-A9B3-272D846F2640}" type="parTrans" cxnId="{971C2008-AD73-4490-807D-6CD22441DFB8}">
      <dgm:prSet/>
      <dgm:spPr/>
      <dgm:t>
        <a:bodyPr/>
        <a:lstStyle/>
        <a:p>
          <a:endParaRPr lang="en-US"/>
        </a:p>
      </dgm:t>
    </dgm:pt>
    <dgm:pt modelId="{9636F7F9-93FF-4BEC-B563-02EA691BB3B7}" type="sibTrans" cxnId="{971C2008-AD73-4490-807D-6CD22441DFB8}">
      <dgm:prSet/>
      <dgm:spPr/>
      <dgm:t>
        <a:bodyPr/>
        <a:lstStyle/>
        <a:p>
          <a:endParaRPr lang="en-US"/>
        </a:p>
      </dgm:t>
    </dgm:pt>
    <dgm:pt modelId="{FBA7553E-27C1-4E96-A501-FF34AFF93CC2}">
      <dgm:prSet/>
      <dgm:spPr/>
      <dgm:t>
        <a:bodyPr/>
        <a:lstStyle/>
        <a:p>
          <a:r>
            <a:rPr lang="en-IN"/>
            <a:t>Increasing incidents of </a:t>
          </a:r>
          <a:r>
            <a:rPr lang="en-IN" b="1"/>
            <a:t>identity theft, financial fraud, hacking, and data breaches</a:t>
          </a:r>
          <a:r>
            <a:rPr lang="en-IN"/>
            <a:t>. </a:t>
          </a:r>
          <a:endParaRPr lang="en-US"/>
        </a:p>
      </dgm:t>
    </dgm:pt>
    <dgm:pt modelId="{5CC6C88E-10FA-4D14-B130-2A77F8EE8154}" type="parTrans" cxnId="{25B6C95D-8DBE-47CA-9607-E7F7C57571C0}">
      <dgm:prSet/>
      <dgm:spPr/>
      <dgm:t>
        <a:bodyPr/>
        <a:lstStyle/>
        <a:p>
          <a:endParaRPr lang="en-US"/>
        </a:p>
      </dgm:t>
    </dgm:pt>
    <dgm:pt modelId="{6DFF89EF-620E-40AA-BD24-E160A707689D}" type="sibTrans" cxnId="{25B6C95D-8DBE-47CA-9607-E7F7C57571C0}">
      <dgm:prSet/>
      <dgm:spPr/>
      <dgm:t>
        <a:bodyPr/>
        <a:lstStyle/>
        <a:p>
          <a:endParaRPr lang="en-US"/>
        </a:p>
      </dgm:t>
    </dgm:pt>
    <dgm:pt modelId="{DFBADAAF-A0FB-4408-9674-B265A05AF8E8}">
      <dgm:prSet/>
      <dgm:spPr/>
      <dgm:t>
        <a:bodyPr/>
        <a:lstStyle/>
        <a:p>
          <a:r>
            <a:rPr lang="en-IN"/>
            <a:t>Helps investigate and combat cybercriminal activities. </a:t>
          </a:r>
          <a:endParaRPr lang="en-US"/>
        </a:p>
      </dgm:t>
    </dgm:pt>
    <dgm:pt modelId="{8F24DF53-B5A5-4179-87BA-079EC28EB5A5}" type="parTrans" cxnId="{A3C2799C-D7AC-4819-8516-51C8BBC68626}">
      <dgm:prSet/>
      <dgm:spPr/>
      <dgm:t>
        <a:bodyPr/>
        <a:lstStyle/>
        <a:p>
          <a:endParaRPr lang="en-US"/>
        </a:p>
      </dgm:t>
    </dgm:pt>
    <dgm:pt modelId="{08358C81-2011-4C0B-8455-F11604529536}" type="sibTrans" cxnId="{A3C2799C-D7AC-4819-8516-51C8BBC68626}">
      <dgm:prSet/>
      <dgm:spPr/>
      <dgm:t>
        <a:bodyPr/>
        <a:lstStyle/>
        <a:p>
          <a:endParaRPr lang="en-US"/>
        </a:p>
      </dgm:t>
    </dgm:pt>
    <dgm:pt modelId="{C2396F7A-46B9-4D23-81A1-195BECA7691F}">
      <dgm:prSet/>
      <dgm:spPr/>
      <dgm:t>
        <a:bodyPr/>
        <a:lstStyle/>
        <a:p>
          <a:r>
            <a:rPr lang="en-IN" b="1"/>
            <a:t>Digital Evidence</a:t>
          </a:r>
          <a:r>
            <a:rPr lang="en-IN"/>
            <a:t> </a:t>
          </a:r>
          <a:endParaRPr lang="en-US"/>
        </a:p>
      </dgm:t>
    </dgm:pt>
    <dgm:pt modelId="{87EDDA43-75AC-4858-97F8-D2B7A25F6B9C}" type="parTrans" cxnId="{A9631905-97F0-476E-8194-8681CA424AE0}">
      <dgm:prSet/>
      <dgm:spPr/>
      <dgm:t>
        <a:bodyPr/>
        <a:lstStyle/>
        <a:p>
          <a:endParaRPr lang="en-US"/>
        </a:p>
      </dgm:t>
    </dgm:pt>
    <dgm:pt modelId="{F72A93FF-6158-4C8A-880D-DDA01B74F9BF}" type="sibTrans" cxnId="{A9631905-97F0-476E-8194-8681CA424AE0}">
      <dgm:prSet/>
      <dgm:spPr/>
      <dgm:t>
        <a:bodyPr/>
        <a:lstStyle/>
        <a:p>
          <a:endParaRPr lang="en-US"/>
        </a:p>
      </dgm:t>
    </dgm:pt>
    <dgm:pt modelId="{A7D8FBA6-2281-408D-89CE-AC9338A8F959}">
      <dgm:prSet/>
      <dgm:spPr/>
      <dgm:t>
        <a:bodyPr/>
        <a:lstStyle/>
        <a:p>
          <a:r>
            <a:rPr lang="en-IN"/>
            <a:t>Computers, smartphones, servers, and IoT devices contain valuable evidence. </a:t>
          </a:r>
          <a:endParaRPr lang="en-US"/>
        </a:p>
      </dgm:t>
    </dgm:pt>
    <dgm:pt modelId="{3B42D3A6-9C01-4CDB-BCF6-6B0DD862D446}" type="parTrans" cxnId="{222336D3-FFC1-459A-A6B5-CBA0804A24DA}">
      <dgm:prSet/>
      <dgm:spPr/>
      <dgm:t>
        <a:bodyPr/>
        <a:lstStyle/>
        <a:p>
          <a:endParaRPr lang="en-US"/>
        </a:p>
      </dgm:t>
    </dgm:pt>
    <dgm:pt modelId="{E85DAFE6-210B-43D3-A6A9-D8F4A9B1D11E}" type="sibTrans" cxnId="{222336D3-FFC1-459A-A6B5-CBA0804A24DA}">
      <dgm:prSet/>
      <dgm:spPr/>
      <dgm:t>
        <a:bodyPr/>
        <a:lstStyle/>
        <a:p>
          <a:endParaRPr lang="en-US"/>
        </a:p>
      </dgm:t>
    </dgm:pt>
    <dgm:pt modelId="{D4B5416D-BEC5-4AA5-8D19-65749BAFA0C0}">
      <dgm:prSet/>
      <dgm:spPr/>
      <dgm:t>
        <a:bodyPr/>
        <a:lstStyle/>
        <a:p>
          <a:r>
            <a:rPr lang="en-IN"/>
            <a:t>Helps </a:t>
          </a:r>
          <a:r>
            <a:rPr lang="en-IN" b="1"/>
            <a:t>recover deleted files, analyze communications, and identify criminal activities</a:t>
          </a:r>
          <a:r>
            <a:rPr lang="en-IN"/>
            <a:t>. </a:t>
          </a:r>
          <a:endParaRPr lang="en-US"/>
        </a:p>
      </dgm:t>
    </dgm:pt>
    <dgm:pt modelId="{E0689CC4-D4A2-42F2-A6AB-D38937EDA47D}" type="parTrans" cxnId="{533EFA34-9C4B-46CD-9989-984C1FC07F94}">
      <dgm:prSet/>
      <dgm:spPr/>
      <dgm:t>
        <a:bodyPr/>
        <a:lstStyle/>
        <a:p>
          <a:endParaRPr lang="en-US"/>
        </a:p>
      </dgm:t>
    </dgm:pt>
    <dgm:pt modelId="{8EEAA620-4E98-4510-BF41-BB22DDCE4904}" type="sibTrans" cxnId="{533EFA34-9C4B-46CD-9989-984C1FC07F94}">
      <dgm:prSet/>
      <dgm:spPr/>
      <dgm:t>
        <a:bodyPr/>
        <a:lstStyle/>
        <a:p>
          <a:endParaRPr lang="en-US"/>
        </a:p>
      </dgm:t>
    </dgm:pt>
    <dgm:pt modelId="{C9C0EDE9-CAA4-46BD-A1B1-694FF8D90D5A}">
      <dgm:prSet/>
      <dgm:spPr/>
      <dgm:t>
        <a:bodyPr/>
        <a:lstStyle/>
        <a:p>
          <a:r>
            <a:rPr lang="en-IN" b="1"/>
            <a:t>Complex Digital Environments</a:t>
          </a:r>
          <a:r>
            <a:rPr lang="en-IN"/>
            <a:t> </a:t>
          </a:r>
          <a:endParaRPr lang="en-US"/>
        </a:p>
      </dgm:t>
    </dgm:pt>
    <dgm:pt modelId="{9768445F-0F19-4172-BD47-C8BAA83CD734}" type="parTrans" cxnId="{D9C4F2AC-F59B-4981-8423-62F4E7781DA6}">
      <dgm:prSet/>
      <dgm:spPr/>
      <dgm:t>
        <a:bodyPr/>
        <a:lstStyle/>
        <a:p>
          <a:endParaRPr lang="en-US"/>
        </a:p>
      </dgm:t>
    </dgm:pt>
    <dgm:pt modelId="{A28DBCAE-E621-4B56-8E78-5D30925E3911}" type="sibTrans" cxnId="{D9C4F2AC-F59B-4981-8423-62F4E7781DA6}">
      <dgm:prSet/>
      <dgm:spPr/>
      <dgm:t>
        <a:bodyPr/>
        <a:lstStyle/>
        <a:p>
          <a:endParaRPr lang="en-US"/>
        </a:p>
      </dgm:t>
    </dgm:pt>
    <dgm:pt modelId="{217B9CB3-A551-42A8-BAE8-DDAE15078245}">
      <dgm:prSet/>
      <dgm:spPr/>
      <dgm:t>
        <a:bodyPr/>
        <a:lstStyle/>
        <a:p>
          <a:r>
            <a:rPr lang="en-IN" b="1"/>
            <a:t>Cloud computing, mobile devices, and interconnected systems</a:t>
          </a:r>
          <a:r>
            <a:rPr lang="en-IN"/>
            <a:t> make investigations more complex. </a:t>
          </a:r>
          <a:endParaRPr lang="en-US"/>
        </a:p>
      </dgm:t>
    </dgm:pt>
    <dgm:pt modelId="{240BBE68-6699-46F1-879A-76514E0B6613}" type="parTrans" cxnId="{66B4CC96-038F-4BF5-B297-F41D277146EB}">
      <dgm:prSet/>
      <dgm:spPr/>
      <dgm:t>
        <a:bodyPr/>
        <a:lstStyle/>
        <a:p>
          <a:endParaRPr lang="en-US"/>
        </a:p>
      </dgm:t>
    </dgm:pt>
    <dgm:pt modelId="{70A7686C-8BBD-4205-98D6-FCB1D8DB7188}" type="sibTrans" cxnId="{66B4CC96-038F-4BF5-B297-F41D277146EB}">
      <dgm:prSet/>
      <dgm:spPr/>
      <dgm:t>
        <a:bodyPr/>
        <a:lstStyle/>
        <a:p>
          <a:endParaRPr lang="en-US"/>
        </a:p>
      </dgm:t>
    </dgm:pt>
    <dgm:pt modelId="{FD146295-F0EC-4F73-B70D-694AEBB769D6}">
      <dgm:prSet/>
      <dgm:spPr/>
      <dgm:t>
        <a:bodyPr/>
        <a:lstStyle/>
        <a:p>
          <a:r>
            <a:rPr lang="en-IN"/>
            <a:t>Forensic tools help uncover </a:t>
          </a:r>
          <a:r>
            <a:rPr lang="en-IN" b="1"/>
            <a:t>hidden and deleted evidence</a:t>
          </a:r>
          <a:r>
            <a:rPr lang="en-IN"/>
            <a:t>. </a:t>
          </a:r>
          <a:endParaRPr lang="en-US"/>
        </a:p>
      </dgm:t>
    </dgm:pt>
    <dgm:pt modelId="{96589720-16B7-4D45-8416-1281A17E014B}" type="parTrans" cxnId="{823E28DB-99E4-4698-BEEE-4076FF497D10}">
      <dgm:prSet/>
      <dgm:spPr/>
      <dgm:t>
        <a:bodyPr/>
        <a:lstStyle/>
        <a:p>
          <a:endParaRPr lang="en-US"/>
        </a:p>
      </dgm:t>
    </dgm:pt>
    <dgm:pt modelId="{4ED7783B-EDFD-49FC-BA07-C66533A40D00}" type="sibTrans" cxnId="{823E28DB-99E4-4698-BEEE-4076FF497D10}">
      <dgm:prSet/>
      <dgm:spPr/>
      <dgm:t>
        <a:bodyPr/>
        <a:lstStyle/>
        <a:p>
          <a:endParaRPr lang="en-US"/>
        </a:p>
      </dgm:t>
    </dgm:pt>
    <dgm:pt modelId="{3D9427DA-B881-4216-9B1A-08F9A7227AC6}">
      <dgm:prSet/>
      <dgm:spPr/>
      <dgm:t>
        <a:bodyPr/>
        <a:lstStyle/>
        <a:p>
          <a:r>
            <a:rPr lang="en-IN" b="1"/>
            <a:t>Legal Requirements</a:t>
          </a:r>
          <a:r>
            <a:rPr lang="en-IN"/>
            <a:t> </a:t>
          </a:r>
          <a:endParaRPr lang="en-US"/>
        </a:p>
      </dgm:t>
    </dgm:pt>
    <dgm:pt modelId="{4D565C0E-ED80-4111-AE8A-BCCFA1AEADA0}" type="parTrans" cxnId="{78D40BB4-7B6C-4B03-BF45-644D908FAE89}">
      <dgm:prSet/>
      <dgm:spPr/>
      <dgm:t>
        <a:bodyPr/>
        <a:lstStyle/>
        <a:p>
          <a:endParaRPr lang="en-US"/>
        </a:p>
      </dgm:t>
    </dgm:pt>
    <dgm:pt modelId="{B70FD804-CC1A-405A-933C-D725559D3E27}" type="sibTrans" cxnId="{78D40BB4-7B6C-4B03-BF45-644D908FAE89}">
      <dgm:prSet/>
      <dgm:spPr/>
      <dgm:t>
        <a:bodyPr/>
        <a:lstStyle/>
        <a:p>
          <a:endParaRPr lang="en-US"/>
        </a:p>
      </dgm:t>
    </dgm:pt>
    <dgm:pt modelId="{24AA7486-664A-4FB7-B026-C8C15FD645B9}">
      <dgm:prSet/>
      <dgm:spPr/>
      <dgm:t>
        <a:bodyPr/>
        <a:lstStyle/>
        <a:p>
          <a:r>
            <a:rPr lang="en-IN"/>
            <a:t>Digital evidence must be </a:t>
          </a:r>
          <a:r>
            <a:rPr lang="en-IN" b="1"/>
            <a:t>properly collected, preserved, and documented</a:t>
          </a:r>
          <a:r>
            <a:rPr lang="en-IN"/>
            <a:t>. </a:t>
          </a:r>
          <a:endParaRPr lang="en-US"/>
        </a:p>
      </dgm:t>
    </dgm:pt>
    <dgm:pt modelId="{EB7253B4-50DB-49AC-8BAE-171DF2026D96}" type="parTrans" cxnId="{5D004BC7-3E4E-4193-98F1-696CF56A5C5A}">
      <dgm:prSet/>
      <dgm:spPr/>
      <dgm:t>
        <a:bodyPr/>
        <a:lstStyle/>
        <a:p>
          <a:endParaRPr lang="en-US"/>
        </a:p>
      </dgm:t>
    </dgm:pt>
    <dgm:pt modelId="{EC0CBCCB-3B40-49B0-8DF4-1BED17D882B1}" type="sibTrans" cxnId="{5D004BC7-3E4E-4193-98F1-696CF56A5C5A}">
      <dgm:prSet/>
      <dgm:spPr/>
      <dgm:t>
        <a:bodyPr/>
        <a:lstStyle/>
        <a:p>
          <a:endParaRPr lang="en-US"/>
        </a:p>
      </dgm:t>
    </dgm:pt>
    <dgm:pt modelId="{656EED86-93B3-4044-99D5-56099B275BDF}">
      <dgm:prSet/>
      <dgm:spPr/>
      <dgm:t>
        <a:bodyPr/>
        <a:lstStyle/>
        <a:p>
          <a:r>
            <a:rPr lang="en-IN"/>
            <a:t>Maintains </a:t>
          </a:r>
          <a:r>
            <a:rPr lang="en-IN" b="1"/>
            <a:t>chain of custody</a:t>
          </a:r>
          <a:r>
            <a:rPr lang="en-IN"/>
            <a:t> and ensures evidence is admissible in court. </a:t>
          </a:r>
          <a:endParaRPr lang="en-US"/>
        </a:p>
      </dgm:t>
    </dgm:pt>
    <dgm:pt modelId="{1E9F884F-FFFF-4507-8229-CAE5E9692649}" type="parTrans" cxnId="{22A190AA-CC5D-40FE-A777-6EDBEE10FE6C}">
      <dgm:prSet/>
      <dgm:spPr/>
      <dgm:t>
        <a:bodyPr/>
        <a:lstStyle/>
        <a:p>
          <a:endParaRPr lang="en-US"/>
        </a:p>
      </dgm:t>
    </dgm:pt>
    <dgm:pt modelId="{D8911D74-B4EA-4E35-85DA-7F9088B66E90}" type="sibTrans" cxnId="{22A190AA-CC5D-40FE-A777-6EDBEE10FE6C}">
      <dgm:prSet/>
      <dgm:spPr/>
      <dgm:t>
        <a:bodyPr/>
        <a:lstStyle/>
        <a:p>
          <a:endParaRPr lang="en-US"/>
        </a:p>
      </dgm:t>
    </dgm:pt>
    <dgm:pt modelId="{AE0E156A-D907-46A5-9C21-1E972C985246}">
      <dgm:prSet/>
      <dgm:spPr/>
      <dgm:t>
        <a:bodyPr/>
        <a:lstStyle/>
        <a:p>
          <a:r>
            <a:rPr lang="en-IN" b="1"/>
            <a:t>Corporate Security &amp; Compliance</a:t>
          </a:r>
          <a:r>
            <a:rPr lang="en-IN"/>
            <a:t> </a:t>
          </a:r>
          <a:endParaRPr lang="en-US"/>
        </a:p>
      </dgm:t>
    </dgm:pt>
    <dgm:pt modelId="{E6B5CA74-C4F1-455E-B284-0737DB51515F}" type="parTrans" cxnId="{BB1E37A7-79F5-4A2D-8A7A-F9E9D26BCD70}">
      <dgm:prSet/>
      <dgm:spPr/>
      <dgm:t>
        <a:bodyPr/>
        <a:lstStyle/>
        <a:p>
          <a:endParaRPr lang="en-US"/>
        </a:p>
      </dgm:t>
    </dgm:pt>
    <dgm:pt modelId="{92A49C23-77F4-4813-BEB2-33E5AA516787}" type="sibTrans" cxnId="{BB1E37A7-79F5-4A2D-8A7A-F9E9D26BCD70}">
      <dgm:prSet/>
      <dgm:spPr/>
      <dgm:t>
        <a:bodyPr/>
        <a:lstStyle/>
        <a:p>
          <a:endParaRPr lang="en-US"/>
        </a:p>
      </dgm:t>
    </dgm:pt>
    <dgm:pt modelId="{226316E5-5D94-4F1E-B4CE-140F074B8864}">
      <dgm:prSet/>
      <dgm:spPr/>
      <dgm:t>
        <a:bodyPr/>
        <a:lstStyle/>
        <a:p>
          <a:r>
            <a:rPr lang="en-IN"/>
            <a:t>Helps organizations investigate </a:t>
          </a:r>
          <a:r>
            <a:rPr lang="en-IN" b="1"/>
            <a:t>cyberattacks and data breaches</a:t>
          </a:r>
          <a:r>
            <a:rPr lang="en-IN"/>
            <a:t>. </a:t>
          </a:r>
          <a:endParaRPr lang="en-US"/>
        </a:p>
      </dgm:t>
    </dgm:pt>
    <dgm:pt modelId="{5F856C6F-83F9-4C89-A54D-F4C75F58B202}" type="parTrans" cxnId="{B18E7D90-89B3-43CC-B8E8-FFFFC5046719}">
      <dgm:prSet/>
      <dgm:spPr/>
      <dgm:t>
        <a:bodyPr/>
        <a:lstStyle/>
        <a:p>
          <a:endParaRPr lang="en-US"/>
        </a:p>
      </dgm:t>
    </dgm:pt>
    <dgm:pt modelId="{363E398E-4D38-41C3-82BE-91DFB536298C}" type="sibTrans" cxnId="{B18E7D90-89B3-43CC-B8E8-FFFFC5046719}">
      <dgm:prSet/>
      <dgm:spPr/>
      <dgm:t>
        <a:bodyPr/>
        <a:lstStyle/>
        <a:p>
          <a:endParaRPr lang="en-US"/>
        </a:p>
      </dgm:t>
    </dgm:pt>
    <dgm:pt modelId="{17628886-9E90-4F37-973C-4BA62A31A607}">
      <dgm:prSet/>
      <dgm:spPr/>
      <dgm:t>
        <a:bodyPr/>
        <a:lstStyle/>
        <a:p>
          <a:r>
            <a:rPr lang="en-IN"/>
            <a:t>Identifies vulnerabilities, recovers data, and supports </a:t>
          </a:r>
          <a:r>
            <a:rPr lang="en-IN" b="1"/>
            <a:t>regulatory compliance</a:t>
          </a:r>
          <a:r>
            <a:rPr lang="en-IN"/>
            <a:t>. </a:t>
          </a:r>
          <a:endParaRPr lang="en-US"/>
        </a:p>
      </dgm:t>
    </dgm:pt>
    <dgm:pt modelId="{3BC72019-8E2D-4C3B-BBF6-4BF92879B147}" type="parTrans" cxnId="{04E293B0-096A-4B80-B4D2-529803277C75}">
      <dgm:prSet/>
      <dgm:spPr/>
      <dgm:t>
        <a:bodyPr/>
        <a:lstStyle/>
        <a:p>
          <a:endParaRPr lang="en-US"/>
        </a:p>
      </dgm:t>
    </dgm:pt>
    <dgm:pt modelId="{24481578-80D3-4819-9DC1-ECED4B915652}" type="sibTrans" cxnId="{04E293B0-096A-4B80-B4D2-529803277C75}">
      <dgm:prSet/>
      <dgm:spPr/>
      <dgm:t>
        <a:bodyPr/>
        <a:lstStyle/>
        <a:p>
          <a:endParaRPr lang="en-US"/>
        </a:p>
      </dgm:t>
    </dgm:pt>
    <dgm:pt modelId="{2E47D529-CDB3-456E-8780-D0B075B6BFF9}">
      <dgm:prSet/>
      <dgm:spPr/>
      <dgm:t>
        <a:bodyPr/>
        <a:lstStyle/>
        <a:p>
          <a:r>
            <a:rPr lang="en-IN" b="1"/>
            <a:t>Protection of Intellectual Property</a:t>
          </a:r>
          <a:r>
            <a:rPr lang="en-IN"/>
            <a:t> </a:t>
          </a:r>
          <a:endParaRPr lang="en-US"/>
        </a:p>
      </dgm:t>
    </dgm:pt>
    <dgm:pt modelId="{738BE40E-AD2E-418B-AAC2-368B0C5AF40A}" type="parTrans" cxnId="{A20D52B6-8547-4D8E-B3B6-056F183FDE62}">
      <dgm:prSet/>
      <dgm:spPr/>
      <dgm:t>
        <a:bodyPr/>
        <a:lstStyle/>
        <a:p>
          <a:endParaRPr lang="en-US"/>
        </a:p>
      </dgm:t>
    </dgm:pt>
    <dgm:pt modelId="{123FC1FA-1375-4A2C-B2A5-E26A7CCB9D61}" type="sibTrans" cxnId="{A20D52B6-8547-4D8E-B3B6-056F183FDE62}">
      <dgm:prSet/>
      <dgm:spPr/>
      <dgm:t>
        <a:bodyPr/>
        <a:lstStyle/>
        <a:p>
          <a:endParaRPr lang="en-US"/>
        </a:p>
      </dgm:t>
    </dgm:pt>
    <dgm:pt modelId="{A9664804-603E-4B2F-B1EC-31DE1BB03CDC}">
      <dgm:prSet/>
      <dgm:spPr/>
      <dgm:t>
        <a:bodyPr/>
        <a:lstStyle/>
        <a:p>
          <a:r>
            <a:rPr lang="en-IN"/>
            <a:t>Helps investigate </a:t>
          </a:r>
          <a:r>
            <a:rPr lang="en-IN" b="1"/>
            <a:t>theft, unauthorized access, and misuse of confidential information</a:t>
          </a:r>
          <a:r>
            <a:rPr lang="en-IN"/>
            <a:t>. </a:t>
          </a:r>
          <a:endParaRPr lang="en-US"/>
        </a:p>
      </dgm:t>
    </dgm:pt>
    <dgm:pt modelId="{DC50B2CE-01A0-4E4E-9116-3D32D8478188}" type="parTrans" cxnId="{7AEA9317-D680-47DF-B387-4058A5DB3B30}">
      <dgm:prSet/>
      <dgm:spPr/>
      <dgm:t>
        <a:bodyPr/>
        <a:lstStyle/>
        <a:p>
          <a:endParaRPr lang="en-US"/>
        </a:p>
      </dgm:t>
    </dgm:pt>
    <dgm:pt modelId="{48FB06F1-C8AA-46F1-955F-C37531D3A149}" type="sibTrans" cxnId="{7AEA9317-D680-47DF-B387-4058A5DB3B30}">
      <dgm:prSet/>
      <dgm:spPr/>
      <dgm:t>
        <a:bodyPr/>
        <a:lstStyle/>
        <a:p>
          <a:endParaRPr lang="en-US"/>
        </a:p>
      </dgm:t>
    </dgm:pt>
    <dgm:pt modelId="{D505089F-B12B-42BD-B561-B3D187D6589A}">
      <dgm:prSet/>
      <dgm:spPr/>
      <dgm:t>
        <a:bodyPr/>
        <a:lstStyle/>
        <a:p>
          <a:r>
            <a:rPr lang="en-IN"/>
            <a:t>Supports identification of offenders and legal action. </a:t>
          </a:r>
          <a:endParaRPr lang="en-US"/>
        </a:p>
      </dgm:t>
    </dgm:pt>
    <dgm:pt modelId="{9C9DEBA3-58D0-4509-AD8E-F24F9AEA49F3}" type="parTrans" cxnId="{01169A25-C041-4DC4-9A2B-A820262E10B6}">
      <dgm:prSet/>
      <dgm:spPr/>
      <dgm:t>
        <a:bodyPr/>
        <a:lstStyle/>
        <a:p>
          <a:endParaRPr lang="en-US"/>
        </a:p>
      </dgm:t>
    </dgm:pt>
    <dgm:pt modelId="{228D910E-5E24-44BB-9CEB-08ABF5F8A444}" type="sibTrans" cxnId="{01169A25-C041-4DC4-9A2B-A820262E10B6}">
      <dgm:prSet/>
      <dgm:spPr/>
      <dgm:t>
        <a:bodyPr/>
        <a:lstStyle/>
        <a:p>
          <a:endParaRPr lang="en-US"/>
        </a:p>
      </dgm:t>
    </dgm:pt>
    <dgm:pt modelId="{9B1C3824-D2C8-4652-8861-DF2DD5286FA3}">
      <dgm:prSet/>
      <dgm:spPr/>
      <dgm:t>
        <a:bodyPr/>
        <a:lstStyle/>
        <a:p>
          <a:r>
            <a:rPr lang="en-IN" b="1"/>
            <a:t>National Security</a:t>
          </a:r>
          <a:r>
            <a:rPr lang="en-IN"/>
            <a:t> </a:t>
          </a:r>
          <a:endParaRPr lang="en-US"/>
        </a:p>
      </dgm:t>
    </dgm:pt>
    <dgm:pt modelId="{F4241FEB-5996-4D0A-A7EF-282FE0780EAA}" type="parTrans" cxnId="{5A4FE650-EEF7-4D84-B268-C59EE329B85A}">
      <dgm:prSet/>
      <dgm:spPr/>
      <dgm:t>
        <a:bodyPr/>
        <a:lstStyle/>
        <a:p>
          <a:endParaRPr lang="en-US"/>
        </a:p>
      </dgm:t>
    </dgm:pt>
    <dgm:pt modelId="{7BCC7DDE-214E-482C-B961-2E50DE13173F}" type="sibTrans" cxnId="{5A4FE650-EEF7-4D84-B268-C59EE329B85A}">
      <dgm:prSet/>
      <dgm:spPr/>
      <dgm:t>
        <a:bodyPr/>
        <a:lstStyle/>
        <a:p>
          <a:endParaRPr lang="en-US"/>
        </a:p>
      </dgm:t>
    </dgm:pt>
    <dgm:pt modelId="{295685F6-AD32-4530-8BBC-952DF421651C}">
      <dgm:prSet/>
      <dgm:spPr/>
      <dgm:t>
        <a:bodyPr/>
        <a:lstStyle/>
        <a:p>
          <a:r>
            <a:rPr lang="en-IN"/>
            <a:t>Used to investigate </a:t>
          </a:r>
          <a:r>
            <a:rPr lang="en-IN" b="1"/>
            <a:t>cyberattacks, cyberterrorism, and threats from hostile entities</a:t>
          </a:r>
          <a:r>
            <a:rPr lang="en-IN"/>
            <a:t>. </a:t>
          </a:r>
          <a:endParaRPr lang="en-US"/>
        </a:p>
      </dgm:t>
    </dgm:pt>
    <dgm:pt modelId="{A546345D-3F2E-431E-A210-AC613A07FD9C}" type="parTrans" cxnId="{A8814292-A31C-40B1-8F8F-FF4F1983444E}">
      <dgm:prSet/>
      <dgm:spPr/>
      <dgm:t>
        <a:bodyPr/>
        <a:lstStyle/>
        <a:p>
          <a:endParaRPr lang="en-US"/>
        </a:p>
      </dgm:t>
    </dgm:pt>
    <dgm:pt modelId="{8AE1BA70-D109-447A-8FC1-C4C1F4C879F0}" type="sibTrans" cxnId="{A8814292-A31C-40B1-8F8F-FF4F1983444E}">
      <dgm:prSet/>
      <dgm:spPr/>
      <dgm:t>
        <a:bodyPr/>
        <a:lstStyle/>
        <a:p>
          <a:endParaRPr lang="en-US"/>
        </a:p>
      </dgm:t>
    </dgm:pt>
    <dgm:pt modelId="{2B4E4568-47F9-41D2-A9FC-270E6618010F}">
      <dgm:prSet/>
      <dgm:spPr/>
      <dgm:t>
        <a:bodyPr/>
        <a:lstStyle/>
        <a:p>
          <a:r>
            <a:rPr lang="en-IN"/>
            <a:t>Supports national security investigations and strengthens cybersecurity.</a:t>
          </a:r>
          <a:endParaRPr lang="en-US"/>
        </a:p>
      </dgm:t>
    </dgm:pt>
    <dgm:pt modelId="{A1E84A4A-BEB5-4749-AFA7-E3E7C49D2154}" type="parTrans" cxnId="{C6228F43-A5FA-459F-A4E1-AACBE3F666BA}">
      <dgm:prSet/>
      <dgm:spPr/>
      <dgm:t>
        <a:bodyPr/>
        <a:lstStyle/>
        <a:p>
          <a:endParaRPr lang="en-US"/>
        </a:p>
      </dgm:t>
    </dgm:pt>
    <dgm:pt modelId="{BF008FFB-2633-4F13-8724-BB00C08FD18A}" type="sibTrans" cxnId="{C6228F43-A5FA-459F-A4E1-AACBE3F666BA}">
      <dgm:prSet/>
      <dgm:spPr/>
      <dgm:t>
        <a:bodyPr/>
        <a:lstStyle/>
        <a:p>
          <a:endParaRPr lang="en-US"/>
        </a:p>
      </dgm:t>
    </dgm:pt>
    <dgm:pt modelId="{734E8625-16EB-4280-A368-D847C1D03268}" type="pres">
      <dgm:prSet presAssocID="{5EE85CC7-BC95-4947-9AA0-D8AB517A66E6}" presName="Name0" presStyleCnt="0">
        <dgm:presLayoutVars>
          <dgm:dir/>
          <dgm:animLvl val="lvl"/>
          <dgm:resizeHandles val="exact"/>
        </dgm:presLayoutVars>
      </dgm:prSet>
      <dgm:spPr/>
    </dgm:pt>
    <dgm:pt modelId="{122374E5-E077-45DD-9AEF-3B441737BC4E}" type="pres">
      <dgm:prSet presAssocID="{87C46C28-7F20-430F-9B95-EDF3ADD36CC9}" presName="linNode" presStyleCnt="0"/>
      <dgm:spPr/>
    </dgm:pt>
    <dgm:pt modelId="{30DB85A9-8767-4A59-8E26-2DC0C77624E1}" type="pres">
      <dgm:prSet presAssocID="{87C46C28-7F20-430F-9B95-EDF3ADD36CC9}" presName="parentText" presStyleLbl="node1" presStyleIdx="0" presStyleCnt="7">
        <dgm:presLayoutVars>
          <dgm:chMax val="1"/>
          <dgm:bulletEnabled val="1"/>
        </dgm:presLayoutVars>
      </dgm:prSet>
      <dgm:spPr/>
    </dgm:pt>
    <dgm:pt modelId="{418059A5-7F11-4C7C-ACCA-724A2FB8D186}" type="pres">
      <dgm:prSet presAssocID="{87C46C28-7F20-430F-9B95-EDF3ADD36CC9}" presName="descendantText" presStyleLbl="alignAccFollowNode1" presStyleIdx="0" presStyleCnt="7">
        <dgm:presLayoutVars>
          <dgm:bulletEnabled val="1"/>
        </dgm:presLayoutVars>
      </dgm:prSet>
      <dgm:spPr/>
    </dgm:pt>
    <dgm:pt modelId="{4E78BE52-C6C8-4CAB-96C3-8CFD93D123C0}" type="pres">
      <dgm:prSet presAssocID="{9636F7F9-93FF-4BEC-B563-02EA691BB3B7}" presName="sp" presStyleCnt="0"/>
      <dgm:spPr/>
    </dgm:pt>
    <dgm:pt modelId="{87DD6E02-CD47-4C7B-892D-7EB28D676C05}" type="pres">
      <dgm:prSet presAssocID="{C2396F7A-46B9-4D23-81A1-195BECA7691F}" presName="linNode" presStyleCnt="0"/>
      <dgm:spPr/>
    </dgm:pt>
    <dgm:pt modelId="{E3FAFA50-9911-416A-BFDB-8D094EA01044}" type="pres">
      <dgm:prSet presAssocID="{C2396F7A-46B9-4D23-81A1-195BECA7691F}" presName="parentText" presStyleLbl="node1" presStyleIdx="1" presStyleCnt="7">
        <dgm:presLayoutVars>
          <dgm:chMax val="1"/>
          <dgm:bulletEnabled val="1"/>
        </dgm:presLayoutVars>
      </dgm:prSet>
      <dgm:spPr/>
    </dgm:pt>
    <dgm:pt modelId="{7B0CFF1F-5194-478C-B532-1C13761C389F}" type="pres">
      <dgm:prSet presAssocID="{C2396F7A-46B9-4D23-81A1-195BECA7691F}" presName="descendantText" presStyleLbl="alignAccFollowNode1" presStyleIdx="1" presStyleCnt="7">
        <dgm:presLayoutVars>
          <dgm:bulletEnabled val="1"/>
        </dgm:presLayoutVars>
      </dgm:prSet>
      <dgm:spPr/>
    </dgm:pt>
    <dgm:pt modelId="{E6E1F67D-9E51-40C1-B302-679853F4D17D}" type="pres">
      <dgm:prSet presAssocID="{F72A93FF-6158-4C8A-880D-DDA01B74F9BF}" presName="sp" presStyleCnt="0"/>
      <dgm:spPr/>
    </dgm:pt>
    <dgm:pt modelId="{941A8EFB-EABB-4AFD-880A-33A53C894768}" type="pres">
      <dgm:prSet presAssocID="{C9C0EDE9-CAA4-46BD-A1B1-694FF8D90D5A}" presName="linNode" presStyleCnt="0"/>
      <dgm:spPr/>
    </dgm:pt>
    <dgm:pt modelId="{B23B52C6-2D42-4BFF-A629-89CCFE18B850}" type="pres">
      <dgm:prSet presAssocID="{C9C0EDE9-CAA4-46BD-A1B1-694FF8D90D5A}" presName="parentText" presStyleLbl="node1" presStyleIdx="2" presStyleCnt="7">
        <dgm:presLayoutVars>
          <dgm:chMax val="1"/>
          <dgm:bulletEnabled val="1"/>
        </dgm:presLayoutVars>
      </dgm:prSet>
      <dgm:spPr/>
    </dgm:pt>
    <dgm:pt modelId="{2AEF7996-468A-4BDB-8531-17897BB3CE24}" type="pres">
      <dgm:prSet presAssocID="{C9C0EDE9-CAA4-46BD-A1B1-694FF8D90D5A}" presName="descendantText" presStyleLbl="alignAccFollowNode1" presStyleIdx="2" presStyleCnt="7">
        <dgm:presLayoutVars>
          <dgm:bulletEnabled val="1"/>
        </dgm:presLayoutVars>
      </dgm:prSet>
      <dgm:spPr/>
    </dgm:pt>
    <dgm:pt modelId="{0C5D8138-0919-476D-8AC4-5B52126883EC}" type="pres">
      <dgm:prSet presAssocID="{A28DBCAE-E621-4B56-8E78-5D30925E3911}" presName="sp" presStyleCnt="0"/>
      <dgm:spPr/>
    </dgm:pt>
    <dgm:pt modelId="{D08F26D4-E316-44AB-B01E-788D1698B831}" type="pres">
      <dgm:prSet presAssocID="{3D9427DA-B881-4216-9B1A-08F9A7227AC6}" presName="linNode" presStyleCnt="0"/>
      <dgm:spPr/>
    </dgm:pt>
    <dgm:pt modelId="{6FE10126-0FA5-48EA-A1C9-42AFA343229F}" type="pres">
      <dgm:prSet presAssocID="{3D9427DA-B881-4216-9B1A-08F9A7227AC6}" presName="parentText" presStyleLbl="node1" presStyleIdx="3" presStyleCnt="7">
        <dgm:presLayoutVars>
          <dgm:chMax val="1"/>
          <dgm:bulletEnabled val="1"/>
        </dgm:presLayoutVars>
      </dgm:prSet>
      <dgm:spPr/>
    </dgm:pt>
    <dgm:pt modelId="{3877D382-A9DA-4496-945D-6EFDCD8FB74A}" type="pres">
      <dgm:prSet presAssocID="{3D9427DA-B881-4216-9B1A-08F9A7227AC6}" presName="descendantText" presStyleLbl="alignAccFollowNode1" presStyleIdx="3" presStyleCnt="7">
        <dgm:presLayoutVars>
          <dgm:bulletEnabled val="1"/>
        </dgm:presLayoutVars>
      </dgm:prSet>
      <dgm:spPr/>
    </dgm:pt>
    <dgm:pt modelId="{71B9A217-B215-4179-9CE4-A350FC1CD697}" type="pres">
      <dgm:prSet presAssocID="{B70FD804-CC1A-405A-933C-D725559D3E27}" presName="sp" presStyleCnt="0"/>
      <dgm:spPr/>
    </dgm:pt>
    <dgm:pt modelId="{7F16D4FB-9667-4C2A-81B2-65273F95BD4C}" type="pres">
      <dgm:prSet presAssocID="{AE0E156A-D907-46A5-9C21-1E972C985246}" presName="linNode" presStyleCnt="0"/>
      <dgm:spPr/>
    </dgm:pt>
    <dgm:pt modelId="{C587E060-B746-47E9-BF66-AEE1C64814BA}" type="pres">
      <dgm:prSet presAssocID="{AE0E156A-D907-46A5-9C21-1E972C985246}" presName="parentText" presStyleLbl="node1" presStyleIdx="4" presStyleCnt="7">
        <dgm:presLayoutVars>
          <dgm:chMax val="1"/>
          <dgm:bulletEnabled val="1"/>
        </dgm:presLayoutVars>
      </dgm:prSet>
      <dgm:spPr/>
    </dgm:pt>
    <dgm:pt modelId="{DEBF3DFC-A63D-40E4-A045-396033A40A88}" type="pres">
      <dgm:prSet presAssocID="{AE0E156A-D907-46A5-9C21-1E972C985246}" presName="descendantText" presStyleLbl="alignAccFollowNode1" presStyleIdx="4" presStyleCnt="7">
        <dgm:presLayoutVars>
          <dgm:bulletEnabled val="1"/>
        </dgm:presLayoutVars>
      </dgm:prSet>
      <dgm:spPr/>
    </dgm:pt>
    <dgm:pt modelId="{BA38C17D-357F-4200-9AF1-45C2A5974328}" type="pres">
      <dgm:prSet presAssocID="{92A49C23-77F4-4813-BEB2-33E5AA516787}" presName="sp" presStyleCnt="0"/>
      <dgm:spPr/>
    </dgm:pt>
    <dgm:pt modelId="{5256E1D6-36F2-4DCB-8EC5-8285A0E9D214}" type="pres">
      <dgm:prSet presAssocID="{2E47D529-CDB3-456E-8780-D0B075B6BFF9}" presName="linNode" presStyleCnt="0"/>
      <dgm:spPr/>
    </dgm:pt>
    <dgm:pt modelId="{331361DE-FFD7-4FA6-B792-4B4BD92341F8}" type="pres">
      <dgm:prSet presAssocID="{2E47D529-CDB3-456E-8780-D0B075B6BFF9}" presName="parentText" presStyleLbl="node1" presStyleIdx="5" presStyleCnt="7">
        <dgm:presLayoutVars>
          <dgm:chMax val="1"/>
          <dgm:bulletEnabled val="1"/>
        </dgm:presLayoutVars>
      </dgm:prSet>
      <dgm:spPr/>
    </dgm:pt>
    <dgm:pt modelId="{DF0C959A-5FA7-4463-A8A1-6E78DA409691}" type="pres">
      <dgm:prSet presAssocID="{2E47D529-CDB3-456E-8780-D0B075B6BFF9}" presName="descendantText" presStyleLbl="alignAccFollowNode1" presStyleIdx="5" presStyleCnt="7">
        <dgm:presLayoutVars>
          <dgm:bulletEnabled val="1"/>
        </dgm:presLayoutVars>
      </dgm:prSet>
      <dgm:spPr/>
    </dgm:pt>
    <dgm:pt modelId="{C0B103D4-4222-4D4E-B93E-ED906D8A5607}" type="pres">
      <dgm:prSet presAssocID="{123FC1FA-1375-4A2C-B2A5-E26A7CCB9D61}" presName="sp" presStyleCnt="0"/>
      <dgm:spPr/>
    </dgm:pt>
    <dgm:pt modelId="{2C5A7F45-28A0-4CD3-A65E-3D5AA587A1CE}" type="pres">
      <dgm:prSet presAssocID="{9B1C3824-D2C8-4652-8861-DF2DD5286FA3}" presName="linNode" presStyleCnt="0"/>
      <dgm:spPr/>
    </dgm:pt>
    <dgm:pt modelId="{115F4CD8-DAF7-4F5F-B71E-F03AFEA8ED63}" type="pres">
      <dgm:prSet presAssocID="{9B1C3824-D2C8-4652-8861-DF2DD5286FA3}" presName="parentText" presStyleLbl="node1" presStyleIdx="6" presStyleCnt="7">
        <dgm:presLayoutVars>
          <dgm:chMax val="1"/>
          <dgm:bulletEnabled val="1"/>
        </dgm:presLayoutVars>
      </dgm:prSet>
      <dgm:spPr/>
    </dgm:pt>
    <dgm:pt modelId="{F2AA27C9-A52A-464A-A5C9-37CC8C0BDFC4}" type="pres">
      <dgm:prSet presAssocID="{9B1C3824-D2C8-4652-8861-DF2DD5286FA3}" presName="descendantText" presStyleLbl="alignAccFollowNode1" presStyleIdx="6" presStyleCnt="7">
        <dgm:presLayoutVars>
          <dgm:bulletEnabled val="1"/>
        </dgm:presLayoutVars>
      </dgm:prSet>
      <dgm:spPr/>
    </dgm:pt>
  </dgm:ptLst>
  <dgm:cxnLst>
    <dgm:cxn modelId="{A9631905-97F0-476E-8194-8681CA424AE0}" srcId="{5EE85CC7-BC95-4947-9AA0-D8AB517A66E6}" destId="{C2396F7A-46B9-4D23-81A1-195BECA7691F}" srcOrd="1" destOrd="0" parTransId="{87EDDA43-75AC-4858-97F8-D2B7A25F6B9C}" sibTransId="{F72A93FF-6158-4C8A-880D-DDA01B74F9BF}"/>
    <dgm:cxn modelId="{3246C007-E104-4863-8AF8-1D686D7C5722}" type="presOf" srcId="{217B9CB3-A551-42A8-BAE8-DDAE15078245}" destId="{2AEF7996-468A-4BDB-8531-17897BB3CE24}" srcOrd="0" destOrd="0" presId="urn:microsoft.com/office/officeart/2005/8/layout/vList5"/>
    <dgm:cxn modelId="{971C2008-AD73-4490-807D-6CD22441DFB8}" srcId="{5EE85CC7-BC95-4947-9AA0-D8AB517A66E6}" destId="{87C46C28-7F20-430F-9B95-EDF3ADD36CC9}" srcOrd="0" destOrd="0" parTransId="{C5473367-2A9F-4720-A9B3-272D846F2640}" sibTransId="{9636F7F9-93FF-4BEC-B563-02EA691BB3B7}"/>
    <dgm:cxn modelId="{DE208C0A-0C43-4ABD-8D14-6BAC9F385BD0}" type="presOf" srcId="{5EE85CC7-BC95-4947-9AA0-D8AB517A66E6}" destId="{734E8625-16EB-4280-A368-D847C1D03268}" srcOrd="0" destOrd="0" presId="urn:microsoft.com/office/officeart/2005/8/layout/vList5"/>
    <dgm:cxn modelId="{4EAF510E-76EE-4294-A0FB-F99500F4119E}" type="presOf" srcId="{9B1C3824-D2C8-4652-8861-DF2DD5286FA3}" destId="{115F4CD8-DAF7-4F5F-B71E-F03AFEA8ED63}" srcOrd="0" destOrd="0" presId="urn:microsoft.com/office/officeart/2005/8/layout/vList5"/>
    <dgm:cxn modelId="{7AEA9317-D680-47DF-B387-4058A5DB3B30}" srcId="{2E47D529-CDB3-456E-8780-D0B075B6BFF9}" destId="{A9664804-603E-4B2F-B1EC-31DE1BB03CDC}" srcOrd="0" destOrd="0" parTransId="{DC50B2CE-01A0-4E4E-9116-3D32D8478188}" sibTransId="{48FB06F1-C8AA-46F1-955F-C37531D3A149}"/>
    <dgm:cxn modelId="{6919C21D-A553-466B-B31E-35FA796A0105}" type="presOf" srcId="{87C46C28-7F20-430F-9B95-EDF3ADD36CC9}" destId="{30DB85A9-8767-4A59-8E26-2DC0C77624E1}" srcOrd="0" destOrd="0" presId="urn:microsoft.com/office/officeart/2005/8/layout/vList5"/>
    <dgm:cxn modelId="{01169A25-C041-4DC4-9A2B-A820262E10B6}" srcId="{2E47D529-CDB3-456E-8780-D0B075B6BFF9}" destId="{D505089F-B12B-42BD-B561-B3D187D6589A}" srcOrd="1" destOrd="0" parTransId="{9C9DEBA3-58D0-4509-AD8E-F24F9AEA49F3}" sibTransId="{228D910E-5E24-44BB-9CEB-08ABF5F8A444}"/>
    <dgm:cxn modelId="{C8D59A26-FC35-46CB-A462-C7925BDDD3CF}" type="presOf" srcId="{FBA7553E-27C1-4E96-A501-FF34AFF93CC2}" destId="{418059A5-7F11-4C7C-ACCA-724A2FB8D186}" srcOrd="0" destOrd="0" presId="urn:microsoft.com/office/officeart/2005/8/layout/vList5"/>
    <dgm:cxn modelId="{56E14C2D-228A-4443-9AE5-370B27DFE9DB}" type="presOf" srcId="{2E47D529-CDB3-456E-8780-D0B075B6BFF9}" destId="{331361DE-FFD7-4FA6-B792-4B4BD92341F8}" srcOrd="0" destOrd="0" presId="urn:microsoft.com/office/officeart/2005/8/layout/vList5"/>
    <dgm:cxn modelId="{24892433-B383-4501-B82E-94B7A3D09A43}" type="presOf" srcId="{D4B5416D-BEC5-4AA5-8D19-65749BAFA0C0}" destId="{7B0CFF1F-5194-478C-B532-1C13761C389F}" srcOrd="0" destOrd="1" presId="urn:microsoft.com/office/officeart/2005/8/layout/vList5"/>
    <dgm:cxn modelId="{533EFA34-9C4B-46CD-9989-984C1FC07F94}" srcId="{C2396F7A-46B9-4D23-81A1-195BECA7691F}" destId="{D4B5416D-BEC5-4AA5-8D19-65749BAFA0C0}" srcOrd="1" destOrd="0" parTransId="{E0689CC4-D4A2-42F2-A6AB-D38937EDA47D}" sibTransId="{8EEAA620-4E98-4510-BF41-BB22DDCE4904}"/>
    <dgm:cxn modelId="{A3C63338-AE17-449B-8F2A-15ECA4928B36}" type="presOf" srcId="{17628886-9E90-4F37-973C-4BA62A31A607}" destId="{DEBF3DFC-A63D-40E4-A045-396033A40A88}" srcOrd="0" destOrd="1" presId="urn:microsoft.com/office/officeart/2005/8/layout/vList5"/>
    <dgm:cxn modelId="{00DFCE3E-5A86-409E-98F6-B5832D042907}" type="presOf" srcId="{2B4E4568-47F9-41D2-A9FC-270E6618010F}" destId="{F2AA27C9-A52A-464A-A5C9-37CC8C0BDFC4}" srcOrd="0" destOrd="1" presId="urn:microsoft.com/office/officeart/2005/8/layout/vList5"/>
    <dgm:cxn modelId="{25B6C95D-8DBE-47CA-9607-E7F7C57571C0}" srcId="{87C46C28-7F20-430F-9B95-EDF3ADD36CC9}" destId="{FBA7553E-27C1-4E96-A501-FF34AFF93CC2}" srcOrd="0" destOrd="0" parTransId="{5CC6C88E-10FA-4D14-B130-2A77F8EE8154}" sibTransId="{6DFF89EF-620E-40AA-BD24-E160A707689D}"/>
    <dgm:cxn modelId="{3E23C941-8191-4670-BC4F-BFAE95EDFBE4}" type="presOf" srcId="{AE0E156A-D907-46A5-9C21-1E972C985246}" destId="{C587E060-B746-47E9-BF66-AEE1C64814BA}" srcOrd="0" destOrd="0" presId="urn:microsoft.com/office/officeart/2005/8/layout/vList5"/>
    <dgm:cxn modelId="{8955A842-1050-4C7A-A8E7-1CF6CC540557}" type="presOf" srcId="{24AA7486-664A-4FB7-B026-C8C15FD645B9}" destId="{3877D382-A9DA-4496-945D-6EFDCD8FB74A}" srcOrd="0" destOrd="0" presId="urn:microsoft.com/office/officeart/2005/8/layout/vList5"/>
    <dgm:cxn modelId="{C6228F43-A5FA-459F-A4E1-AACBE3F666BA}" srcId="{9B1C3824-D2C8-4652-8861-DF2DD5286FA3}" destId="{2B4E4568-47F9-41D2-A9FC-270E6618010F}" srcOrd="1" destOrd="0" parTransId="{A1E84A4A-BEB5-4749-AFA7-E3E7C49D2154}" sibTransId="{BF008FFB-2633-4F13-8724-BB00C08FD18A}"/>
    <dgm:cxn modelId="{B2686745-6A43-4299-8684-ADEACCFA8141}" type="presOf" srcId="{C2396F7A-46B9-4D23-81A1-195BECA7691F}" destId="{E3FAFA50-9911-416A-BFDB-8D094EA01044}" srcOrd="0" destOrd="0" presId="urn:microsoft.com/office/officeart/2005/8/layout/vList5"/>
    <dgm:cxn modelId="{9BD1CA68-9798-485D-B5A9-DF2A7536C0FF}" type="presOf" srcId="{D505089F-B12B-42BD-B561-B3D187D6589A}" destId="{DF0C959A-5FA7-4463-A8A1-6E78DA409691}" srcOrd="0" destOrd="1" presId="urn:microsoft.com/office/officeart/2005/8/layout/vList5"/>
    <dgm:cxn modelId="{107C5C4C-56A9-4957-B69A-792CEC47A421}" type="presOf" srcId="{226316E5-5D94-4F1E-B4CE-140F074B8864}" destId="{DEBF3DFC-A63D-40E4-A045-396033A40A88}" srcOrd="0" destOrd="0" presId="urn:microsoft.com/office/officeart/2005/8/layout/vList5"/>
    <dgm:cxn modelId="{8D2DF24C-C80F-4E3F-A880-57563A674EF1}" type="presOf" srcId="{3D9427DA-B881-4216-9B1A-08F9A7227AC6}" destId="{6FE10126-0FA5-48EA-A1C9-42AFA343229F}" srcOrd="0" destOrd="0" presId="urn:microsoft.com/office/officeart/2005/8/layout/vList5"/>
    <dgm:cxn modelId="{5A4FE650-EEF7-4D84-B268-C59EE329B85A}" srcId="{5EE85CC7-BC95-4947-9AA0-D8AB517A66E6}" destId="{9B1C3824-D2C8-4652-8861-DF2DD5286FA3}" srcOrd="6" destOrd="0" parTransId="{F4241FEB-5996-4D0A-A7EF-282FE0780EAA}" sibTransId="{7BCC7DDE-214E-482C-B961-2E50DE13173F}"/>
    <dgm:cxn modelId="{E6DD5874-EDA1-4E79-AC90-9BD27BCBDC31}" type="presOf" srcId="{A7D8FBA6-2281-408D-89CE-AC9338A8F959}" destId="{7B0CFF1F-5194-478C-B532-1C13761C389F}" srcOrd="0" destOrd="0" presId="urn:microsoft.com/office/officeart/2005/8/layout/vList5"/>
    <dgm:cxn modelId="{826EFD79-B429-425D-B6FE-C5EE52BB30BA}" type="presOf" srcId="{C9C0EDE9-CAA4-46BD-A1B1-694FF8D90D5A}" destId="{B23B52C6-2D42-4BFF-A629-89CCFE18B850}" srcOrd="0" destOrd="0" presId="urn:microsoft.com/office/officeart/2005/8/layout/vList5"/>
    <dgm:cxn modelId="{542A9782-BA50-4299-90E4-DD73DDD96370}" type="presOf" srcId="{FD146295-F0EC-4F73-B70D-694AEBB769D6}" destId="{2AEF7996-468A-4BDB-8531-17897BB3CE24}" srcOrd="0" destOrd="1" presId="urn:microsoft.com/office/officeart/2005/8/layout/vList5"/>
    <dgm:cxn modelId="{B18E7D90-89B3-43CC-B8E8-FFFFC5046719}" srcId="{AE0E156A-D907-46A5-9C21-1E972C985246}" destId="{226316E5-5D94-4F1E-B4CE-140F074B8864}" srcOrd="0" destOrd="0" parTransId="{5F856C6F-83F9-4C89-A54D-F4C75F58B202}" sibTransId="{363E398E-4D38-41C3-82BE-91DFB536298C}"/>
    <dgm:cxn modelId="{A8814292-A31C-40B1-8F8F-FF4F1983444E}" srcId="{9B1C3824-D2C8-4652-8861-DF2DD5286FA3}" destId="{295685F6-AD32-4530-8BBC-952DF421651C}" srcOrd="0" destOrd="0" parTransId="{A546345D-3F2E-431E-A210-AC613A07FD9C}" sibTransId="{8AE1BA70-D109-447A-8FC1-C4C1F4C879F0}"/>
    <dgm:cxn modelId="{D45AFB95-FDB5-4F8F-BA96-A47EB3E7088A}" type="presOf" srcId="{A9664804-603E-4B2F-B1EC-31DE1BB03CDC}" destId="{DF0C959A-5FA7-4463-A8A1-6E78DA409691}" srcOrd="0" destOrd="0" presId="urn:microsoft.com/office/officeart/2005/8/layout/vList5"/>
    <dgm:cxn modelId="{66B4CC96-038F-4BF5-B297-F41D277146EB}" srcId="{C9C0EDE9-CAA4-46BD-A1B1-694FF8D90D5A}" destId="{217B9CB3-A551-42A8-BAE8-DDAE15078245}" srcOrd="0" destOrd="0" parTransId="{240BBE68-6699-46F1-879A-76514E0B6613}" sibTransId="{70A7686C-8BBD-4205-98D6-FCB1D8DB7188}"/>
    <dgm:cxn modelId="{A3C2799C-D7AC-4819-8516-51C8BBC68626}" srcId="{87C46C28-7F20-430F-9B95-EDF3ADD36CC9}" destId="{DFBADAAF-A0FB-4408-9674-B265A05AF8E8}" srcOrd="1" destOrd="0" parTransId="{8F24DF53-B5A5-4179-87BA-079EC28EB5A5}" sibTransId="{08358C81-2011-4C0B-8455-F11604529536}"/>
    <dgm:cxn modelId="{C6B3EB9C-E2F7-4DF5-A325-65A14F287C1A}" type="presOf" srcId="{DFBADAAF-A0FB-4408-9674-B265A05AF8E8}" destId="{418059A5-7F11-4C7C-ACCA-724A2FB8D186}" srcOrd="0" destOrd="1" presId="urn:microsoft.com/office/officeart/2005/8/layout/vList5"/>
    <dgm:cxn modelId="{E81CFBA6-AD45-4338-B975-BC0A87AE7182}" type="presOf" srcId="{295685F6-AD32-4530-8BBC-952DF421651C}" destId="{F2AA27C9-A52A-464A-A5C9-37CC8C0BDFC4}" srcOrd="0" destOrd="0" presId="urn:microsoft.com/office/officeart/2005/8/layout/vList5"/>
    <dgm:cxn modelId="{BB1E37A7-79F5-4A2D-8A7A-F9E9D26BCD70}" srcId="{5EE85CC7-BC95-4947-9AA0-D8AB517A66E6}" destId="{AE0E156A-D907-46A5-9C21-1E972C985246}" srcOrd="4" destOrd="0" parTransId="{E6B5CA74-C4F1-455E-B284-0737DB51515F}" sibTransId="{92A49C23-77F4-4813-BEB2-33E5AA516787}"/>
    <dgm:cxn modelId="{22A190AA-CC5D-40FE-A777-6EDBEE10FE6C}" srcId="{3D9427DA-B881-4216-9B1A-08F9A7227AC6}" destId="{656EED86-93B3-4044-99D5-56099B275BDF}" srcOrd="1" destOrd="0" parTransId="{1E9F884F-FFFF-4507-8229-CAE5E9692649}" sibTransId="{D8911D74-B4EA-4E35-85DA-7F9088B66E90}"/>
    <dgm:cxn modelId="{D9C4F2AC-F59B-4981-8423-62F4E7781DA6}" srcId="{5EE85CC7-BC95-4947-9AA0-D8AB517A66E6}" destId="{C9C0EDE9-CAA4-46BD-A1B1-694FF8D90D5A}" srcOrd="2" destOrd="0" parTransId="{9768445F-0F19-4172-BD47-C8BAA83CD734}" sibTransId="{A28DBCAE-E621-4B56-8E78-5D30925E3911}"/>
    <dgm:cxn modelId="{04E293B0-096A-4B80-B4D2-529803277C75}" srcId="{AE0E156A-D907-46A5-9C21-1E972C985246}" destId="{17628886-9E90-4F37-973C-4BA62A31A607}" srcOrd="1" destOrd="0" parTransId="{3BC72019-8E2D-4C3B-BBF6-4BF92879B147}" sibTransId="{24481578-80D3-4819-9DC1-ECED4B915652}"/>
    <dgm:cxn modelId="{78D40BB4-7B6C-4B03-BF45-644D908FAE89}" srcId="{5EE85CC7-BC95-4947-9AA0-D8AB517A66E6}" destId="{3D9427DA-B881-4216-9B1A-08F9A7227AC6}" srcOrd="3" destOrd="0" parTransId="{4D565C0E-ED80-4111-AE8A-BCCFA1AEADA0}" sibTransId="{B70FD804-CC1A-405A-933C-D725559D3E27}"/>
    <dgm:cxn modelId="{A20D52B6-8547-4D8E-B3B6-056F183FDE62}" srcId="{5EE85CC7-BC95-4947-9AA0-D8AB517A66E6}" destId="{2E47D529-CDB3-456E-8780-D0B075B6BFF9}" srcOrd="5" destOrd="0" parTransId="{738BE40E-AD2E-418B-AAC2-368B0C5AF40A}" sibTransId="{123FC1FA-1375-4A2C-B2A5-E26A7CCB9D61}"/>
    <dgm:cxn modelId="{185D67C6-1599-4336-A302-CFF13A5F1C8D}" type="presOf" srcId="{656EED86-93B3-4044-99D5-56099B275BDF}" destId="{3877D382-A9DA-4496-945D-6EFDCD8FB74A}" srcOrd="0" destOrd="1" presId="urn:microsoft.com/office/officeart/2005/8/layout/vList5"/>
    <dgm:cxn modelId="{5D004BC7-3E4E-4193-98F1-696CF56A5C5A}" srcId="{3D9427DA-B881-4216-9B1A-08F9A7227AC6}" destId="{24AA7486-664A-4FB7-B026-C8C15FD645B9}" srcOrd="0" destOrd="0" parTransId="{EB7253B4-50DB-49AC-8BAE-171DF2026D96}" sibTransId="{EC0CBCCB-3B40-49B0-8DF4-1BED17D882B1}"/>
    <dgm:cxn modelId="{222336D3-FFC1-459A-A6B5-CBA0804A24DA}" srcId="{C2396F7A-46B9-4D23-81A1-195BECA7691F}" destId="{A7D8FBA6-2281-408D-89CE-AC9338A8F959}" srcOrd="0" destOrd="0" parTransId="{3B42D3A6-9C01-4CDB-BCF6-6B0DD862D446}" sibTransId="{E85DAFE6-210B-43D3-A6A9-D8F4A9B1D11E}"/>
    <dgm:cxn modelId="{823E28DB-99E4-4698-BEEE-4076FF497D10}" srcId="{C9C0EDE9-CAA4-46BD-A1B1-694FF8D90D5A}" destId="{FD146295-F0EC-4F73-B70D-694AEBB769D6}" srcOrd="1" destOrd="0" parTransId="{96589720-16B7-4D45-8416-1281A17E014B}" sibTransId="{4ED7783B-EDFD-49FC-BA07-C66533A40D00}"/>
    <dgm:cxn modelId="{4C1A92DD-57F3-448B-BC76-6B84F5EBBEC5}" type="presParOf" srcId="{734E8625-16EB-4280-A368-D847C1D03268}" destId="{122374E5-E077-45DD-9AEF-3B441737BC4E}" srcOrd="0" destOrd="0" presId="urn:microsoft.com/office/officeart/2005/8/layout/vList5"/>
    <dgm:cxn modelId="{30D20D86-8188-46FB-A4BE-03B9622AEAA3}" type="presParOf" srcId="{122374E5-E077-45DD-9AEF-3B441737BC4E}" destId="{30DB85A9-8767-4A59-8E26-2DC0C77624E1}" srcOrd="0" destOrd="0" presId="urn:microsoft.com/office/officeart/2005/8/layout/vList5"/>
    <dgm:cxn modelId="{1C8E267E-D8C3-4A1B-B3FA-6F43A755C2F6}" type="presParOf" srcId="{122374E5-E077-45DD-9AEF-3B441737BC4E}" destId="{418059A5-7F11-4C7C-ACCA-724A2FB8D186}" srcOrd="1" destOrd="0" presId="urn:microsoft.com/office/officeart/2005/8/layout/vList5"/>
    <dgm:cxn modelId="{0C7387A8-176E-401B-9444-9D3F193ACCDE}" type="presParOf" srcId="{734E8625-16EB-4280-A368-D847C1D03268}" destId="{4E78BE52-C6C8-4CAB-96C3-8CFD93D123C0}" srcOrd="1" destOrd="0" presId="urn:microsoft.com/office/officeart/2005/8/layout/vList5"/>
    <dgm:cxn modelId="{306DA337-914F-4B40-B34E-290B93105106}" type="presParOf" srcId="{734E8625-16EB-4280-A368-D847C1D03268}" destId="{87DD6E02-CD47-4C7B-892D-7EB28D676C05}" srcOrd="2" destOrd="0" presId="urn:microsoft.com/office/officeart/2005/8/layout/vList5"/>
    <dgm:cxn modelId="{21275C22-72E4-4952-83B0-8E4B01BAB02C}" type="presParOf" srcId="{87DD6E02-CD47-4C7B-892D-7EB28D676C05}" destId="{E3FAFA50-9911-416A-BFDB-8D094EA01044}" srcOrd="0" destOrd="0" presId="urn:microsoft.com/office/officeart/2005/8/layout/vList5"/>
    <dgm:cxn modelId="{A5278B88-684C-4163-B712-D856A696FCC8}" type="presParOf" srcId="{87DD6E02-CD47-4C7B-892D-7EB28D676C05}" destId="{7B0CFF1F-5194-478C-B532-1C13761C389F}" srcOrd="1" destOrd="0" presId="urn:microsoft.com/office/officeart/2005/8/layout/vList5"/>
    <dgm:cxn modelId="{E58E7CAF-16A4-4203-BACC-0DA872F8953A}" type="presParOf" srcId="{734E8625-16EB-4280-A368-D847C1D03268}" destId="{E6E1F67D-9E51-40C1-B302-679853F4D17D}" srcOrd="3" destOrd="0" presId="urn:microsoft.com/office/officeart/2005/8/layout/vList5"/>
    <dgm:cxn modelId="{B9BE3743-4E5D-496C-B463-49A5857CBFC7}" type="presParOf" srcId="{734E8625-16EB-4280-A368-D847C1D03268}" destId="{941A8EFB-EABB-4AFD-880A-33A53C894768}" srcOrd="4" destOrd="0" presId="urn:microsoft.com/office/officeart/2005/8/layout/vList5"/>
    <dgm:cxn modelId="{7919566D-30EA-4140-A45B-2B68884C2D9F}" type="presParOf" srcId="{941A8EFB-EABB-4AFD-880A-33A53C894768}" destId="{B23B52C6-2D42-4BFF-A629-89CCFE18B850}" srcOrd="0" destOrd="0" presId="urn:microsoft.com/office/officeart/2005/8/layout/vList5"/>
    <dgm:cxn modelId="{1A9771C5-736E-4D0B-9872-3C81EF1B649E}" type="presParOf" srcId="{941A8EFB-EABB-4AFD-880A-33A53C894768}" destId="{2AEF7996-468A-4BDB-8531-17897BB3CE24}" srcOrd="1" destOrd="0" presId="urn:microsoft.com/office/officeart/2005/8/layout/vList5"/>
    <dgm:cxn modelId="{3B62CD1B-0AE1-41F2-9623-4B4C6B2DBE83}" type="presParOf" srcId="{734E8625-16EB-4280-A368-D847C1D03268}" destId="{0C5D8138-0919-476D-8AC4-5B52126883EC}" srcOrd="5" destOrd="0" presId="urn:microsoft.com/office/officeart/2005/8/layout/vList5"/>
    <dgm:cxn modelId="{5DF66880-5034-4AED-8998-E2FCDE1081BF}" type="presParOf" srcId="{734E8625-16EB-4280-A368-D847C1D03268}" destId="{D08F26D4-E316-44AB-B01E-788D1698B831}" srcOrd="6" destOrd="0" presId="urn:microsoft.com/office/officeart/2005/8/layout/vList5"/>
    <dgm:cxn modelId="{CBAB881E-6176-4800-AECE-4639F4232BF7}" type="presParOf" srcId="{D08F26D4-E316-44AB-B01E-788D1698B831}" destId="{6FE10126-0FA5-48EA-A1C9-42AFA343229F}" srcOrd="0" destOrd="0" presId="urn:microsoft.com/office/officeart/2005/8/layout/vList5"/>
    <dgm:cxn modelId="{5ED5CE8B-B677-45EC-8751-9F8EC0D471C6}" type="presParOf" srcId="{D08F26D4-E316-44AB-B01E-788D1698B831}" destId="{3877D382-A9DA-4496-945D-6EFDCD8FB74A}" srcOrd="1" destOrd="0" presId="urn:microsoft.com/office/officeart/2005/8/layout/vList5"/>
    <dgm:cxn modelId="{E60325E5-7F6E-4A5D-B9E7-AC1E864F82F9}" type="presParOf" srcId="{734E8625-16EB-4280-A368-D847C1D03268}" destId="{71B9A217-B215-4179-9CE4-A350FC1CD697}" srcOrd="7" destOrd="0" presId="urn:microsoft.com/office/officeart/2005/8/layout/vList5"/>
    <dgm:cxn modelId="{BB27D04F-6F05-48C0-85FE-4A7AC31754B2}" type="presParOf" srcId="{734E8625-16EB-4280-A368-D847C1D03268}" destId="{7F16D4FB-9667-4C2A-81B2-65273F95BD4C}" srcOrd="8" destOrd="0" presId="urn:microsoft.com/office/officeart/2005/8/layout/vList5"/>
    <dgm:cxn modelId="{23085137-52AB-4321-AEA6-CF3A23AE2161}" type="presParOf" srcId="{7F16D4FB-9667-4C2A-81B2-65273F95BD4C}" destId="{C587E060-B746-47E9-BF66-AEE1C64814BA}" srcOrd="0" destOrd="0" presId="urn:microsoft.com/office/officeart/2005/8/layout/vList5"/>
    <dgm:cxn modelId="{9687ECA9-E7D1-457E-82AA-ED3458AE69F1}" type="presParOf" srcId="{7F16D4FB-9667-4C2A-81B2-65273F95BD4C}" destId="{DEBF3DFC-A63D-40E4-A045-396033A40A88}" srcOrd="1" destOrd="0" presId="urn:microsoft.com/office/officeart/2005/8/layout/vList5"/>
    <dgm:cxn modelId="{8209DC08-C849-409D-B2E3-41BF100724DC}" type="presParOf" srcId="{734E8625-16EB-4280-A368-D847C1D03268}" destId="{BA38C17D-357F-4200-9AF1-45C2A5974328}" srcOrd="9" destOrd="0" presId="urn:microsoft.com/office/officeart/2005/8/layout/vList5"/>
    <dgm:cxn modelId="{1C13F5C0-765C-4B90-9E61-7ACBAE4CDAA6}" type="presParOf" srcId="{734E8625-16EB-4280-A368-D847C1D03268}" destId="{5256E1D6-36F2-4DCB-8EC5-8285A0E9D214}" srcOrd="10" destOrd="0" presId="urn:microsoft.com/office/officeart/2005/8/layout/vList5"/>
    <dgm:cxn modelId="{2225D82A-8104-4272-8184-63D643968806}" type="presParOf" srcId="{5256E1D6-36F2-4DCB-8EC5-8285A0E9D214}" destId="{331361DE-FFD7-4FA6-B792-4B4BD92341F8}" srcOrd="0" destOrd="0" presId="urn:microsoft.com/office/officeart/2005/8/layout/vList5"/>
    <dgm:cxn modelId="{D5F8EE5D-07CD-4886-938F-4973653B3282}" type="presParOf" srcId="{5256E1D6-36F2-4DCB-8EC5-8285A0E9D214}" destId="{DF0C959A-5FA7-4463-A8A1-6E78DA409691}" srcOrd="1" destOrd="0" presId="urn:microsoft.com/office/officeart/2005/8/layout/vList5"/>
    <dgm:cxn modelId="{AD3BF993-1A59-4EAC-B294-CA200675505B}" type="presParOf" srcId="{734E8625-16EB-4280-A368-D847C1D03268}" destId="{C0B103D4-4222-4D4E-B93E-ED906D8A5607}" srcOrd="11" destOrd="0" presId="urn:microsoft.com/office/officeart/2005/8/layout/vList5"/>
    <dgm:cxn modelId="{2348B5DA-B546-44DD-81B0-D2F9478D032E}" type="presParOf" srcId="{734E8625-16EB-4280-A368-D847C1D03268}" destId="{2C5A7F45-28A0-4CD3-A65E-3D5AA587A1CE}" srcOrd="12" destOrd="0" presId="urn:microsoft.com/office/officeart/2005/8/layout/vList5"/>
    <dgm:cxn modelId="{7677541D-94E8-4B84-9B18-9985601AF852}" type="presParOf" srcId="{2C5A7F45-28A0-4CD3-A65E-3D5AA587A1CE}" destId="{115F4CD8-DAF7-4F5F-B71E-F03AFEA8ED63}" srcOrd="0" destOrd="0" presId="urn:microsoft.com/office/officeart/2005/8/layout/vList5"/>
    <dgm:cxn modelId="{A534ABFB-9832-4646-A19A-41B768F871A4}" type="presParOf" srcId="{2C5A7F45-28A0-4CD3-A65E-3D5AA587A1CE}" destId="{F2AA27C9-A52A-464A-A5C9-37CC8C0BDFC4}"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690732E-71B9-46AF-9DAD-C43D7947300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B1CB001B-E80C-4FEC-B803-C86C1A1165BE}">
      <dgm:prSet/>
      <dgm:spPr/>
      <dgm:t>
        <a:bodyPr/>
        <a:lstStyle/>
        <a:p>
          <a:r>
            <a:rPr lang="en-IN" b="1"/>
            <a:t>Comprehensive Investigations</a:t>
          </a:r>
          <a:r>
            <a:rPr lang="en-IN"/>
            <a:t>: Digital evidence allows investigators to piece together a comprehensive picture of events leading up to and following a crime. For instance, data from a suspect's smartphone can reveal their location and communications at the time of an offense, aiding in establishing intent and motive.</a:t>
          </a:r>
          <a:endParaRPr lang="en-US"/>
        </a:p>
      </dgm:t>
    </dgm:pt>
    <dgm:pt modelId="{B5B87183-1E8D-4A6C-98CB-C7B37563EE6A}" type="parTrans" cxnId="{0FB7901C-3532-4B4E-912E-11E25D803437}">
      <dgm:prSet/>
      <dgm:spPr/>
      <dgm:t>
        <a:bodyPr/>
        <a:lstStyle/>
        <a:p>
          <a:endParaRPr lang="en-US"/>
        </a:p>
      </dgm:t>
    </dgm:pt>
    <dgm:pt modelId="{20004EB6-E6DA-4023-9B11-AB0709754B4E}" type="sibTrans" cxnId="{0FB7901C-3532-4B4E-912E-11E25D803437}">
      <dgm:prSet/>
      <dgm:spPr/>
      <dgm:t>
        <a:bodyPr/>
        <a:lstStyle/>
        <a:p>
          <a:endParaRPr lang="en-US"/>
        </a:p>
      </dgm:t>
    </dgm:pt>
    <dgm:pt modelId="{68F38040-E1D4-4DAE-B19E-0E12C67338A5}">
      <dgm:prSet/>
      <dgm:spPr/>
      <dgm:t>
        <a:bodyPr/>
        <a:lstStyle/>
        <a:p>
          <a:r>
            <a:rPr lang="en-IN" b="1"/>
            <a:t>Admissibility in Court</a:t>
          </a:r>
          <a:r>
            <a:rPr lang="en-IN"/>
            <a:t>: Properly collected and preserved digital evidence is crucial for legal proceedings. Cyber forensics ensures that evidence is handled according to legal standards, maintaining its integrity and admissibility in court.</a:t>
          </a:r>
          <a:endParaRPr lang="en-US"/>
        </a:p>
      </dgm:t>
    </dgm:pt>
    <dgm:pt modelId="{C75BA567-D894-4959-B4C6-0B88FED6FDB7}" type="parTrans" cxnId="{36645652-B6CC-466A-AE6B-3811E5276E6B}">
      <dgm:prSet/>
      <dgm:spPr/>
      <dgm:t>
        <a:bodyPr/>
        <a:lstStyle/>
        <a:p>
          <a:endParaRPr lang="en-US"/>
        </a:p>
      </dgm:t>
    </dgm:pt>
    <dgm:pt modelId="{D229A78E-515D-457E-9ECE-648F559BED55}" type="sibTrans" cxnId="{36645652-B6CC-466A-AE6B-3811E5276E6B}">
      <dgm:prSet/>
      <dgm:spPr/>
      <dgm:t>
        <a:bodyPr/>
        <a:lstStyle/>
        <a:p>
          <a:endParaRPr lang="en-US"/>
        </a:p>
      </dgm:t>
    </dgm:pt>
    <dgm:pt modelId="{297149F8-EAC0-413F-B645-9B7493B724CC}">
      <dgm:prSet/>
      <dgm:spPr/>
      <dgm:t>
        <a:bodyPr/>
        <a:lstStyle/>
        <a:p>
          <a:r>
            <a:rPr lang="en-IN" b="1"/>
            <a:t>Tracing Cybercriminals</a:t>
          </a:r>
          <a:r>
            <a:rPr lang="en-IN"/>
            <a:t>: Digital evidence plays a vital role in identifying and apprehending cybercriminals. Forensic analysis can uncover hidden data, recover deleted files, and trace online activities back to individuals or groups.</a:t>
          </a:r>
          <a:endParaRPr lang="en-US"/>
        </a:p>
      </dgm:t>
    </dgm:pt>
    <dgm:pt modelId="{C112E750-08BE-45F9-B2B2-42B0DED7CDF1}" type="parTrans" cxnId="{6D8EB012-DAFA-4E6D-9328-77936D24A619}">
      <dgm:prSet/>
      <dgm:spPr/>
      <dgm:t>
        <a:bodyPr/>
        <a:lstStyle/>
        <a:p>
          <a:endParaRPr lang="en-US"/>
        </a:p>
      </dgm:t>
    </dgm:pt>
    <dgm:pt modelId="{265E2115-471A-4065-8588-C0873AF930CF}" type="sibTrans" cxnId="{6D8EB012-DAFA-4E6D-9328-77936D24A619}">
      <dgm:prSet/>
      <dgm:spPr/>
      <dgm:t>
        <a:bodyPr/>
        <a:lstStyle/>
        <a:p>
          <a:endParaRPr lang="en-US"/>
        </a:p>
      </dgm:t>
    </dgm:pt>
    <dgm:pt modelId="{4DBABB20-25B1-4E14-A19D-44B7EC120BAD}">
      <dgm:prSet/>
      <dgm:spPr/>
      <dgm:t>
        <a:bodyPr/>
        <a:lstStyle/>
        <a:p>
          <a:r>
            <a:rPr lang="en-IN" b="1"/>
            <a:t>Supporting Other Investigations</a:t>
          </a:r>
          <a:r>
            <a:rPr lang="en-IN"/>
            <a:t>: Digital evidence is not limited to cybercrimes; it is increasingly used in traditional criminal investigations. For example, digital footprints can provide leads in cases of theft, fraud, or even violent crimes.</a:t>
          </a:r>
          <a:endParaRPr lang="en-US"/>
        </a:p>
      </dgm:t>
    </dgm:pt>
    <dgm:pt modelId="{788B5137-745B-47EA-9CC4-FE65D4034F2E}" type="parTrans" cxnId="{2CD14899-0FD5-4432-9089-25778D6FFC76}">
      <dgm:prSet/>
      <dgm:spPr/>
      <dgm:t>
        <a:bodyPr/>
        <a:lstStyle/>
        <a:p>
          <a:endParaRPr lang="en-US"/>
        </a:p>
      </dgm:t>
    </dgm:pt>
    <dgm:pt modelId="{A074A16A-4D5B-43C0-933D-79A05CF8C1FA}" type="sibTrans" cxnId="{2CD14899-0FD5-4432-9089-25778D6FFC76}">
      <dgm:prSet/>
      <dgm:spPr/>
      <dgm:t>
        <a:bodyPr/>
        <a:lstStyle/>
        <a:p>
          <a:endParaRPr lang="en-US"/>
        </a:p>
      </dgm:t>
    </dgm:pt>
    <dgm:pt modelId="{8DD2C354-EF03-45B6-B856-797FA117833D}" type="pres">
      <dgm:prSet presAssocID="{8690732E-71B9-46AF-9DAD-C43D79473005}" presName="root" presStyleCnt="0">
        <dgm:presLayoutVars>
          <dgm:dir/>
          <dgm:resizeHandles val="exact"/>
        </dgm:presLayoutVars>
      </dgm:prSet>
      <dgm:spPr/>
    </dgm:pt>
    <dgm:pt modelId="{8C147105-B69C-49C0-8507-2D24A7CFC4CD}" type="pres">
      <dgm:prSet presAssocID="{B1CB001B-E80C-4FEC-B803-C86C1A1165BE}" presName="compNode" presStyleCnt="0"/>
      <dgm:spPr/>
    </dgm:pt>
    <dgm:pt modelId="{7A3D5793-DED9-4528-B674-794572462C98}" type="pres">
      <dgm:prSet presAssocID="{B1CB001B-E80C-4FEC-B803-C86C1A1165BE}" presName="bgRect" presStyleLbl="bgShp" presStyleIdx="0" presStyleCnt="4"/>
      <dgm:spPr/>
    </dgm:pt>
    <dgm:pt modelId="{64150754-E1AB-493E-8174-8EC487E29380}" type="pres">
      <dgm:prSet presAssocID="{B1CB001B-E80C-4FEC-B803-C86C1A1165BE}"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etective"/>
        </a:ext>
      </dgm:extLst>
    </dgm:pt>
    <dgm:pt modelId="{C0E7C25B-870E-4F35-9B6B-012700DB12E3}" type="pres">
      <dgm:prSet presAssocID="{B1CB001B-E80C-4FEC-B803-C86C1A1165BE}" presName="spaceRect" presStyleCnt="0"/>
      <dgm:spPr/>
    </dgm:pt>
    <dgm:pt modelId="{D4C3B9F8-15A9-41C6-97C4-A9909DE2AA60}" type="pres">
      <dgm:prSet presAssocID="{B1CB001B-E80C-4FEC-B803-C86C1A1165BE}" presName="parTx" presStyleLbl="revTx" presStyleIdx="0" presStyleCnt="4">
        <dgm:presLayoutVars>
          <dgm:chMax val="0"/>
          <dgm:chPref val="0"/>
        </dgm:presLayoutVars>
      </dgm:prSet>
      <dgm:spPr/>
    </dgm:pt>
    <dgm:pt modelId="{001E781C-368D-4ED5-BB4B-75B5A25E9DF6}" type="pres">
      <dgm:prSet presAssocID="{20004EB6-E6DA-4023-9B11-AB0709754B4E}" presName="sibTrans" presStyleCnt="0"/>
      <dgm:spPr/>
    </dgm:pt>
    <dgm:pt modelId="{0E113C48-D998-4719-AA95-E991DAA8DB8E}" type="pres">
      <dgm:prSet presAssocID="{68F38040-E1D4-4DAE-B19E-0E12C67338A5}" presName="compNode" presStyleCnt="0"/>
      <dgm:spPr/>
    </dgm:pt>
    <dgm:pt modelId="{42CACA2B-8291-4DBC-B14F-12B49A9A1B6E}" type="pres">
      <dgm:prSet presAssocID="{68F38040-E1D4-4DAE-B19E-0E12C67338A5}" presName="bgRect" presStyleLbl="bgShp" presStyleIdx="1" presStyleCnt="4"/>
      <dgm:spPr/>
    </dgm:pt>
    <dgm:pt modelId="{2048956A-7576-4D49-915C-D761DBB7832E}" type="pres">
      <dgm:prSet presAssocID="{68F38040-E1D4-4DAE-B19E-0E12C67338A5}"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avel"/>
        </a:ext>
      </dgm:extLst>
    </dgm:pt>
    <dgm:pt modelId="{2CE7FCD3-FCF9-490E-A5D1-E3DCBA5D4210}" type="pres">
      <dgm:prSet presAssocID="{68F38040-E1D4-4DAE-B19E-0E12C67338A5}" presName="spaceRect" presStyleCnt="0"/>
      <dgm:spPr/>
    </dgm:pt>
    <dgm:pt modelId="{998E6E24-C4FE-4B14-B346-95B6EEBC98F4}" type="pres">
      <dgm:prSet presAssocID="{68F38040-E1D4-4DAE-B19E-0E12C67338A5}" presName="parTx" presStyleLbl="revTx" presStyleIdx="1" presStyleCnt="4">
        <dgm:presLayoutVars>
          <dgm:chMax val="0"/>
          <dgm:chPref val="0"/>
        </dgm:presLayoutVars>
      </dgm:prSet>
      <dgm:spPr/>
    </dgm:pt>
    <dgm:pt modelId="{AE4C9814-4A79-485D-8185-5738388E0CD6}" type="pres">
      <dgm:prSet presAssocID="{D229A78E-515D-457E-9ECE-648F559BED55}" presName="sibTrans" presStyleCnt="0"/>
      <dgm:spPr/>
    </dgm:pt>
    <dgm:pt modelId="{A5DEF77A-5294-4ACD-8A29-3DB0B0AC13C9}" type="pres">
      <dgm:prSet presAssocID="{297149F8-EAC0-413F-B645-9B7493B724CC}" presName="compNode" presStyleCnt="0"/>
      <dgm:spPr/>
    </dgm:pt>
    <dgm:pt modelId="{D6572F14-91AC-4EA9-8FC5-5AD759AF1C42}" type="pres">
      <dgm:prSet presAssocID="{297149F8-EAC0-413F-B645-9B7493B724CC}" presName="bgRect" presStyleLbl="bgShp" presStyleIdx="2" presStyleCnt="4"/>
      <dgm:spPr/>
    </dgm:pt>
    <dgm:pt modelId="{BEF3539C-0C26-4958-9BD8-10EC349E2653}" type="pres">
      <dgm:prSet presAssocID="{297149F8-EAC0-413F-B645-9B7493B724CC}"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inger Print"/>
        </a:ext>
      </dgm:extLst>
    </dgm:pt>
    <dgm:pt modelId="{CADF6CC1-01A6-4035-B200-61AEDDF0D9EC}" type="pres">
      <dgm:prSet presAssocID="{297149F8-EAC0-413F-B645-9B7493B724CC}" presName="spaceRect" presStyleCnt="0"/>
      <dgm:spPr/>
    </dgm:pt>
    <dgm:pt modelId="{B0A07035-FBC8-421C-B6FE-5FDB8B135351}" type="pres">
      <dgm:prSet presAssocID="{297149F8-EAC0-413F-B645-9B7493B724CC}" presName="parTx" presStyleLbl="revTx" presStyleIdx="2" presStyleCnt="4">
        <dgm:presLayoutVars>
          <dgm:chMax val="0"/>
          <dgm:chPref val="0"/>
        </dgm:presLayoutVars>
      </dgm:prSet>
      <dgm:spPr/>
    </dgm:pt>
    <dgm:pt modelId="{77C484DE-AED7-4878-BE36-4648850AC4CB}" type="pres">
      <dgm:prSet presAssocID="{265E2115-471A-4065-8588-C0873AF930CF}" presName="sibTrans" presStyleCnt="0"/>
      <dgm:spPr/>
    </dgm:pt>
    <dgm:pt modelId="{24AEB1F3-72A3-4BFA-9479-F7E62F6A432A}" type="pres">
      <dgm:prSet presAssocID="{4DBABB20-25B1-4E14-A19D-44B7EC120BAD}" presName="compNode" presStyleCnt="0"/>
      <dgm:spPr/>
    </dgm:pt>
    <dgm:pt modelId="{179D932F-8FAE-4764-A3BC-2056E374F1DA}" type="pres">
      <dgm:prSet presAssocID="{4DBABB20-25B1-4E14-A19D-44B7EC120BAD}" presName="bgRect" presStyleLbl="bgShp" presStyleIdx="3" presStyleCnt="4"/>
      <dgm:spPr/>
    </dgm:pt>
    <dgm:pt modelId="{4A0BF5E6-7185-49F6-8FA0-DDD6FEA8F6DC}" type="pres">
      <dgm:prSet presAssocID="{4DBABB20-25B1-4E14-A19D-44B7EC120BAD}"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ootprint"/>
        </a:ext>
      </dgm:extLst>
    </dgm:pt>
    <dgm:pt modelId="{67144A17-313A-4ECC-9A04-3453C45BB0BB}" type="pres">
      <dgm:prSet presAssocID="{4DBABB20-25B1-4E14-A19D-44B7EC120BAD}" presName="spaceRect" presStyleCnt="0"/>
      <dgm:spPr/>
    </dgm:pt>
    <dgm:pt modelId="{F95DAC08-3661-40A9-B436-ECA36535FDD2}" type="pres">
      <dgm:prSet presAssocID="{4DBABB20-25B1-4E14-A19D-44B7EC120BAD}" presName="parTx" presStyleLbl="revTx" presStyleIdx="3" presStyleCnt="4">
        <dgm:presLayoutVars>
          <dgm:chMax val="0"/>
          <dgm:chPref val="0"/>
        </dgm:presLayoutVars>
      </dgm:prSet>
      <dgm:spPr/>
    </dgm:pt>
  </dgm:ptLst>
  <dgm:cxnLst>
    <dgm:cxn modelId="{5FD5F10F-1019-4ECF-868D-E361305579A3}" type="presOf" srcId="{8690732E-71B9-46AF-9DAD-C43D79473005}" destId="{8DD2C354-EF03-45B6-B856-797FA117833D}" srcOrd="0" destOrd="0" presId="urn:microsoft.com/office/officeart/2018/2/layout/IconVerticalSolidList"/>
    <dgm:cxn modelId="{6D8EB012-DAFA-4E6D-9328-77936D24A619}" srcId="{8690732E-71B9-46AF-9DAD-C43D79473005}" destId="{297149F8-EAC0-413F-B645-9B7493B724CC}" srcOrd="2" destOrd="0" parTransId="{C112E750-08BE-45F9-B2B2-42B0DED7CDF1}" sibTransId="{265E2115-471A-4065-8588-C0873AF930CF}"/>
    <dgm:cxn modelId="{CF685113-39A0-4623-87FF-58AAD4236E54}" type="presOf" srcId="{297149F8-EAC0-413F-B645-9B7493B724CC}" destId="{B0A07035-FBC8-421C-B6FE-5FDB8B135351}" srcOrd="0" destOrd="0" presId="urn:microsoft.com/office/officeart/2018/2/layout/IconVerticalSolidList"/>
    <dgm:cxn modelId="{B5B07119-A8A4-4F23-9841-7242DF8FD2D2}" type="presOf" srcId="{68F38040-E1D4-4DAE-B19E-0E12C67338A5}" destId="{998E6E24-C4FE-4B14-B346-95B6EEBC98F4}" srcOrd="0" destOrd="0" presId="urn:microsoft.com/office/officeart/2018/2/layout/IconVerticalSolidList"/>
    <dgm:cxn modelId="{0FB7901C-3532-4B4E-912E-11E25D803437}" srcId="{8690732E-71B9-46AF-9DAD-C43D79473005}" destId="{B1CB001B-E80C-4FEC-B803-C86C1A1165BE}" srcOrd="0" destOrd="0" parTransId="{B5B87183-1E8D-4A6C-98CB-C7B37563EE6A}" sibTransId="{20004EB6-E6DA-4023-9B11-AB0709754B4E}"/>
    <dgm:cxn modelId="{A3FA0F30-305E-447A-AC37-4EAFC27B138D}" type="presOf" srcId="{B1CB001B-E80C-4FEC-B803-C86C1A1165BE}" destId="{D4C3B9F8-15A9-41C6-97C4-A9909DE2AA60}" srcOrd="0" destOrd="0" presId="urn:microsoft.com/office/officeart/2018/2/layout/IconVerticalSolidList"/>
    <dgm:cxn modelId="{36645652-B6CC-466A-AE6B-3811E5276E6B}" srcId="{8690732E-71B9-46AF-9DAD-C43D79473005}" destId="{68F38040-E1D4-4DAE-B19E-0E12C67338A5}" srcOrd="1" destOrd="0" parTransId="{C75BA567-D894-4959-B4C6-0B88FED6FDB7}" sibTransId="{D229A78E-515D-457E-9ECE-648F559BED55}"/>
    <dgm:cxn modelId="{2CD14899-0FD5-4432-9089-25778D6FFC76}" srcId="{8690732E-71B9-46AF-9DAD-C43D79473005}" destId="{4DBABB20-25B1-4E14-A19D-44B7EC120BAD}" srcOrd="3" destOrd="0" parTransId="{788B5137-745B-47EA-9CC4-FE65D4034F2E}" sibTransId="{A074A16A-4D5B-43C0-933D-79A05CF8C1FA}"/>
    <dgm:cxn modelId="{0A86ECB0-5DF1-48AA-95C8-439F428753C9}" type="presOf" srcId="{4DBABB20-25B1-4E14-A19D-44B7EC120BAD}" destId="{F95DAC08-3661-40A9-B436-ECA36535FDD2}" srcOrd="0" destOrd="0" presId="urn:microsoft.com/office/officeart/2018/2/layout/IconVerticalSolidList"/>
    <dgm:cxn modelId="{530B73CC-56BE-4CEC-9047-8934951471FB}" type="presParOf" srcId="{8DD2C354-EF03-45B6-B856-797FA117833D}" destId="{8C147105-B69C-49C0-8507-2D24A7CFC4CD}" srcOrd="0" destOrd="0" presId="urn:microsoft.com/office/officeart/2018/2/layout/IconVerticalSolidList"/>
    <dgm:cxn modelId="{E430923C-748B-4729-ABAC-476F6C794399}" type="presParOf" srcId="{8C147105-B69C-49C0-8507-2D24A7CFC4CD}" destId="{7A3D5793-DED9-4528-B674-794572462C98}" srcOrd="0" destOrd="0" presId="urn:microsoft.com/office/officeart/2018/2/layout/IconVerticalSolidList"/>
    <dgm:cxn modelId="{ADF700CF-CB82-43C3-9AB8-E1051527FB77}" type="presParOf" srcId="{8C147105-B69C-49C0-8507-2D24A7CFC4CD}" destId="{64150754-E1AB-493E-8174-8EC487E29380}" srcOrd="1" destOrd="0" presId="urn:microsoft.com/office/officeart/2018/2/layout/IconVerticalSolidList"/>
    <dgm:cxn modelId="{E027C766-C66B-4A3C-8FCF-05E57783F146}" type="presParOf" srcId="{8C147105-B69C-49C0-8507-2D24A7CFC4CD}" destId="{C0E7C25B-870E-4F35-9B6B-012700DB12E3}" srcOrd="2" destOrd="0" presId="urn:microsoft.com/office/officeart/2018/2/layout/IconVerticalSolidList"/>
    <dgm:cxn modelId="{A4D92093-FEA8-44ED-B651-7AE0D1FD44D5}" type="presParOf" srcId="{8C147105-B69C-49C0-8507-2D24A7CFC4CD}" destId="{D4C3B9F8-15A9-41C6-97C4-A9909DE2AA60}" srcOrd="3" destOrd="0" presId="urn:microsoft.com/office/officeart/2018/2/layout/IconVerticalSolidList"/>
    <dgm:cxn modelId="{8A6D6386-5EB7-4F74-9637-B036EA5233FE}" type="presParOf" srcId="{8DD2C354-EF03-45B6-B856-797FA117833D}" destId="{001E781C-368D-4ED5-BB4B-75B5A25E9DF6}" srcOrd="1" destOrd="0" presId="urn:microsoft.com/office/officeart/2018/2/layout/IconVerticalSolidList"/>
    <dgm:cxn modelId="{20FC6E05-7DA5-4F5F-B83E-1187C46B1434}" type="presParOf" srcId="{8DD2C354-EF03-45B6-B856-797FA117833D}" destId="{0E113C48-D998-4719-AA95-E991DAA8DB8E}" srcOrd="2" destOrd="0" presId="urn:microsoft.com/office/officeart/2018/2/layout/IconVerticalSolidList"/>
    <dgm:cxn modelId="{8BEC71D1-9D58-419F-8780-5BEF2C516968}" type="presParOf" srcId="{0E113C48-D998-4719-AA95-E991DAA8DB8E}" destId="{42CACA2B-8291-4DBC-B14F-12B49A9A1B6E}" srcOrd="0" destOrd="0" presId="urn:microsoft.com/office/officeart/2018/2/layout/IconVerticalSolidList"/>
    <dgm:cxn modelId="{968CE098-85C2-4B3C-9F7D-B728BC47F9FA}" type="presParOf" srcId="{0E113C48-D998-4719-AA95-E991DAA8DB8E}" destId="{2048956A-7576-4D49-915C-D761DBB7832E}" srcOrd="1" destOrd="0" presId="urn:microsoft.com/office/officeart/2018/2/layout/IconVerticalSolidList"/>
    <dgm:cxn modelId="{8EC8EDBF-67EE-42CF-BBC7-55A459029539}" type="presParOf" srcId="{0E113C48-D998-4719-AA95-E991DAA8DB8E}" destId="{2CE7FCD3-FCF9-490E-A5D1-E3DCBA5D4210}" srcOrd="2" destOrd="0" presId="urn:microsoft.com/office/officeart/2018/2/layout/IconVerticalSolidList"/>
    <dgm:cxn modelId="{8B08897C-EBA7-41B8-92CA-044059673914}" type="presParOf" srcId="{0E113C48-D998-4719-AA95-E991DAA8DB8E}" destId="{998E6E24-C4FE-4B14-B346-95B6EEBC98F4}" srcOrd="3" destOrd="0" presId="urn:microsoft.com/office/officeart/2018/2/layout/IconVerticalSolidList"/>
    <dgm:cxn modelId="{C4D7F780-B5A5-460B-A685-0A828857C2EB}" type="presParOf" srcId="{8DD2C354-EF03-45B6-B856-797FA117833D}" destId="{AE4C9814-4A79-485D-8185-5738388E0CD6}" srcOrd="3" destOrd="0" presId="urn:microsoft.com/office/officeart/2018/2/layout/IconVerticalSolidList"/>
    <dgm:cxn modelId="{5506D523-B716-4E7F-87F0-7A1FE2FD8E33}" type="presParOf" srcId="{8DD2C354-EF03-45B6-B856-797FA117833D}" destId="{A5DEF77A-5294-4ACD-8A29-3DB0B0AC13C9}" srcOrd="4" destOrd="0" presId="urn:microsoft.com/office/officeart/2018/2/layout/IconVerticalSolidList"/>
    <dgm:cxn modelId="{63BEE3E4-8754-4B30-AFEF-BB04B482D35C}" type="presParOf" srcId="{A5DEF77A-5294-4ACD-8A29-3DB0B0AC13C9}" destId="{D6572F14-91AC-4EA9-8FC5-5AD759AF1C42}" srcOrd="0" destOrd="0" presId="urn:microsoft.com/office/officeart/2018/2/layout/IconVerticalSolidList"/>
    <dgm:cxn modelId="{5DC74577-9418-4BD2-A33E-0FB855D9C505}" type="presParOf" srcId="{A5DEF77A-5294-4ACD-8A29-3DB0B0AC13C9}" destId="{BEF3539C-0C26-4958-9BD8-10EC349E2653}" srcOrd="1" destOrd="0" presId="urn:microsoft.com/office/officeart/2018/2/layout/IconVerticalSolidList"/>
    <dgm:cxn modelId="{1095E95B-9EC7-445E-BC37-E0C2665E2DAA}" type="presParOf" srcId="{A5DEF77A-5294-4ACD-8A29-3DB0B0AC13C9}" destId="{CADF6CC1-01A6-4035-B200-61AEDDF0D9EC}" srcOrd="2" destOrd="0" presId="urn:microsoft.com/office/officeart/2018/2/layout/IconVerticalSolidList"/>
    <dgm:cxn modelId="{DD825A14-E74D-4D67-BF4D-9B73681E2AF4}" type="presParOf" srcId="{A5DEF77A-5294-4ACD-8A29-3DB0B0AC13C9}" destId="{B0A07035-FBC8-421C-B6FE-5FDB8B135351}" srcOrd="3" destOrd="0" presId="urn:microsoft.com/office/officeart/2018/2/layout/IconVerticalSolidList"/>
    <dgm:cxn modelId="{A99E85A0-5F73-45F5-9719-481141D2B32F}" type="presParOf" srcId="{8DD2C354-EF03-45B6-B856-797FA117833D}" destId="{77C484DE-AED7-4878-BE36-4648850AC4CB}" srcOrd="5" destOrd="0" presId="urn:microsoft.com/office/officeart/2018/2/layout/IconVerticalSolidList"/>
    <dgm:cxn modelId="{9F968CAE-1A43-479D-A2FC-C5855592A3ED}" type="presParOf" srcId="{8DD2C354-EF03-45B6-B856-797FA117833D}" destId="{24AEB1F3-72A3-4BFA-9479-F7E62F6A432A}" srcOrd="6" destOrd="0" presId="urn:microsoft.com/office/officeart/2018/2/layout/IconVerticalSolidList"/>
    <dgm:cxn modelId="{6D6F3FCD-FF1F-45AB-96A2-FF1E7887C6C9}" type="presParOf" srcId="{24AEB1F3-72A3-4BFA-9479-F7E62F6A432A}" destId="{179D932F-8FAE-4764-A3BC-2056E374F1DA}" srcOrd="0" destOrd="0" presId="urn:microsoft.com/office/officeart/2018/2/layout/IconVerticalSolidList"/>
    <dgm:cxn modelId="{7FF8942D-0093-412C-ADA0-8BA7E81383B9}" type="presParOf" srcId="{24AEB1F3-72A3-4BFA-9479-F7E62F6A432A}" destId="{4A0BF5E6-7185-49F6-8FA0-DDD6FEA8F6DC}" srcOrd="1" destOrd="0" presId="urn:microsoft.com/office/officeart/2018/2/layout/IconVerticalSolidList"/>
    <dgm:cxn modelId="{BB49B3A2-A969-4AAB-87B0-EC6567717EE5}" type="presParOf" srcId="{24AEB1F3-72A3-4BFA-9479-F7E62F6A432A}" destId="{67144A17-313A-4ECC-9A04-3453C45BB0BB}" srcOrd="2" destOrd="0" presId="urn:microsoft.com/office/officeart/2018/2/layout/IconVerticalSolidList"/>
    <dgm:cxn modelId="{648C8A36-1D2F-403E-AE8F-676452943679}" type="presParOf" srcId="{24AEB1F3-72A3-4BFA-9479-F7E62F6A432A}" destId="{F95DAC08-3661-40A9-B436-ECA36535FDD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FD8BE57-D4DC-4D13-AC6C-446440241D17}"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763DBF5D-6B39-41DD-88C7-97F31B190938}">
      <dgm:prSet/>
      <dgm:spPr/>
      <dgm:t>
        <a:bodyPr/>
        <a:lstStyle/>
        <a:p>
          <a:r>
            <a:rPr lang="en-IN" b="1"/>
            <a:t>Data Volatility</a:t>
          </a:r>
          <a:r>
            <a:rPr lang="en-IN"/>
            <a:t>: Digital evidence can be easily altered or deleted. Investigators must act quickly to capture data before it is lost, which requires specialized tools and techniques.</a:t>
          </a:r>
          <a:endParaRPr lang="en-US"/>
        </a:p>
      </dgm:t>
    </dgm:pt>
    <dgm:pt modelId="{EF1FF600-4E5B-49C3-8317-2D853D273E63}" type="parTrans" cxnId="{70492944-3170-4FCC-8C66-ECBC1BEEA5D5}">
      <dgm:prSet/>
      <dgm:spPr/>
      <dgm:t>
        <a:bodyPr/>
        <a:lstStyle/>
        <a:p>
          <a:endParaRPr lang="en-US"/>
        </a:p>
      </dgm:t>
    </dgm:pt>
    <dgm:pt modelId="{4C3F7B9D-4390-40D1-9E50-18434AE3DC47}" type="sibTrans" cxnId="{70492944-3170-4FCC-8C66-ECBC1BEEA5D5}">
      <dgm:prSet/>
      <dgm:spPr/>
      <dgm:t>
        <a:bodyPr/>
        <a:lstStyle/>
        <a:p>
          <a:endParaRPr lang="en-US"/>
        </a:p>
      </dgm:t>
    </dgm:pt>
    <dgm:pt modelId="{C0F9DA3F-2E8E-4FF0-9EF1-2C59F3FCE9B1}">
      <dgm:prSet/>
      <dgm:spPr/>
      <dgm:t>
        <a:bodyPr/>
        <a:lstStyle/>
        <a:p>
          <a:r>
            <a:rPr lang="en-IN" b="1"/>
            <a:t>Encryption and Security Measures</a:t>
          </a:r>
          <a:r>
            <a:rPr lang="en-IN"/>
            <a:t>: Many devices and files are protected by encryption, making it difficult to access data without proper authorization. Forensic experts often need to employ advanced decryption methods to retrieve relevant information.</a:t>
          </a:r>
          <a:endParaRPr lang="en-US"/>
        </a:p>
      </dgm:t>
    </dgm:pt>
    <dgm:pt modelId="{BBC2BDA1-C119-47B9-AC3A-3CD3C6975BFE}" type="parTrans" cxnId="{67E82F3D-7A05-44A1-AFEF-99E675C4E456}">
      <dgm:prSet/>
      <dgm:spPr/>
      <dgm:t>
        <a:bodyPr/>
        <a:lstStyle/>
        <a:p>
          <a:endParaRPr lang="en-US"/>
        </a:p>
      </dgm:t>
    </dgm:pt>
    <dgm:pt modelId="{48D2B7E2-AD92-495E-9C16-072991C47676}" type="sibTrans" cxnId="{67E82F3D-7A05-44A1-AFEF-99E675C4E456}">
      <dgm:prSet/>
      <dgm:spPr/>
      <dgm:t>
        <a:bodyPr/>
        <a:lstStyle/>
        <a:p>
          <a:endParaRPr lang="en-US"/>
        </a:p>
      </dgm:t>
    </dgm:pt>
    <dgm:pt modelId="{0DD28461-3F7B-4D5E-8CE0-3738F1309D4C}">
      <dgm:prSet/>
      <dgm:spPr/>
      <dgm:t>
        <a:bodyPr/>
        <a:lstStyle/>
        <a:p>
          <a:r>
            <a:rPr lang="en-IN" b="1"/>
            <a:t>Legal and Ethical Considerations</a:t>
          </a:r>
          <a:r>
            <a:rPr lang="en-IN"/>
            <a:t>: The collection of digital evidence must comply with legal standards to ensure that it is admissible in court. This includes adhering to chain of custody protocols and obtaining necessary warrants or permissions.</a:t>
          </a:r>
          <a:endParaRPr lang="en-US"/>
        </a:p>
      </dgm:t>
    </dgm:pt>
    <dgm:pt modelId="{9D775783-30E7-4FD0-BAB6-A65B25A30377}" type="parTrans" cxnId="{4F861259-4726-4693-BA44-DA716D497632}">
      <dgm:prSet/>
      <dgm:spPr/>
      <dgm:t>
        <a:bodyPr/>
        <a:lstStyle/>
        <a:p>
          <a:endParaRPr lang="en-US"/>
        </a:p>
      </dgm:t>
    </dgm:pt>
    <dgm:pt modelId="{404DD3F1-88DB-4002-A0AC-55539A40D57F}" type="sibTrans" cxnId="{4F861259-4726-4693-BA44-DA716D497632}">
      <dgm:prSet/>
      <dgm:spPr/>
      <dgm:t>
        <a:bodyPr/>
        <a:lstStyle/>
        <a:p>
          <a:endParaRPr lang="en-US"/>
        </a:p>
      </dgm:t>
    </dgm:pt>
    <dgm:pt modelId="{53ABDCD0-6E65-4751-B24F-614BEB73692C}">
      <dgm:prSet/>
      <dgm:spPr/>
      <dgm:t>
        <a:bodyPr/>
        <a:lstStyle/>
        <a:p>
          <a:r>
            <a:rPr lang="en-IN" b="1"/>
            <a:t>Rapid Technological Changes</a:t>
          </a:r>
          <a:r>
            <a:rPr lang="en-IN"/>
            <a:t>: The fast-paced evolution of technology means that forensic techniques must continually adapt. Investigators must stay updated on the latest tools and methods to effectively analyze new types of digital evidence.</a:t>
          </a:r>
          <a:endParaRPr lang="en-US"/>
        </a:p>
      </dgm:t>
    </dgm:pt>
    <dgm:pt modelId="{2E5A96CC-70E8-4B76-925C-25D82A5A8B11}" type="parTrans" cxnId="{42EC25DB-FF4F-4B6F-BAC7-055D9F113969}">
      <dgm:prSet/>
      <dgm:spPr/>
      <dgm:t>
        <a:bodyPr/>
        <a:lstStyle/>
        <a:p>
          <a:endParaRPr lang="en-US"/>
        </a:p>
      </dgm:t>
    </dgm:pt>
    <dgm:pt modelId="{C323BD41-2285-407E-B678-871BAD795ECD}" type="sibTrans" cxnId="{42EC25DB-FF4F-4B6F-BAC7-055D9F113969}">
      <dgm:prSet/>
      <dgm:spPr/>
      <dgm:t>
        <a:bodyPr/>
        <a:lstStyle/>
        <a:p>
          <a:endParaRPr lang="en-US"/>
        </a:p>
      </dgm:t>
    </dgm:pt>
    <dgm:pt modelId="{925A22A8-E8B8-4E9D-94E3-1F8B004DBCB2}" type="pres">
      <dgm:prSet presAssocID="{CFD8BE57-D4DC-4D13-AC6C-446440241D17}" presName="root" presStyleCnt="0">
        <dgm:presLayoutVars>
          <dgm:dir/>
          <dgm:resizeHandles val="exact"/>
        </dgm:presLayoutVars>
      </dgm:prSet>
      <dgm:spPr/>
    </dgm:pt>
    <dgm:pt modelId="{517EE504-70AF-44E0-A08D-721F341D0634}" type="pres">
      <dgm:prSet presAssocID="{CFD8BE57-D4DC-4D13-AC6C-446440241D17}" presName="container" presStyleCnt="0">
        <dgm:presLayoutVars>
          <dgm:dir/>
          <dgm:resizeHandles val="exact"/>
        </dgm:presLayoutVars>
      </dgm:prSet>
      <dgm:spPr/>
    </dgm:pt>
    <dgm:pt modelId="{1CCA1091-43F3-477F-99B0-206E85759B81}" type="pres">
      <dgm:prSet presAssocID="{763DBF5D-6B39-41DD-88C7-97F31B190938}" presName="compNode" presStyleCnt="0"/>
      <dgm:spPr/>
    </dgm:pt>
    <dgm:pt modelId="{86E085C5-5DF8-44A8-9AC3-08508E0AEDF4}" type="pres">
      <dgm:prSet presAssocID="{763DBF5D-6B39-41DD-88C7-97F31B190938}" presName="iconBgRect" presStyleLbl="bgShp" presStyleIdx="0" presStyleCnt="4"/>
      <dgm:spPr/>
    </dgm:pt>
    <dgm:pt modelId="{A90CB241-340B-4CB6-BD07-0B7296553CD1}" type="pres">
      <dgm:prSet presAssocID="{763DBF5D-6B39-41DD-88C7-97F31B190938}"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amera"/>
        </a:ext>
      </dgm:extLst>
    </dgm:pt>
    <dgm:pt modelId="{EBD1E4B9-1AC1-4EC1-8DE1-8856B0B44A90}" type="pres">
      <dgm:prSet presAssocID="{763DBF5D-6B39-41DD-88C7-97F31B190938}" presName="spaceRect" presStyleCnt="0"/>
      <dgm:spPr/>
    </dgm:pt>
    <dgm:pt modelId="{AEE66523-AD2B-45B3-A839-042147DB4C3A}" type="pres">
      <dgm:prSet presAssocID="{763DBF5D-6B39-41DD-88C7-97F31B190938}" presName="textRect" presStyleLbl="revTx" presStyleIdx="0" presStyleCnt="4">
        <dgm:presLayoutVars>
          <dgm:chMax val="1"/>
          <dgm:chPref val="1"/>
        </dgm:presLayoutVars>
      </dgm:prSet>
      <dgm:spPr/>
    </dgm:pt>
    <dgm:pt modelId="{1010FDF6-4792-4298-8540-11966CFF5C30}" type="pres">
      <dgm:prSet presAssocID="{4C3F7B9D-4390-40D1-9E50-18434AE3DC47}" presName="sibTrans" presStyleLbl="sibTrans2D1" presStyleIdx="0" presStyleCnt="0"/>
      <dgm:spPr/>
    </dgm:pt>
    <dgm:pt modelId="{AE2B3425-4B9F-46DC-A751-BB51120CED4F}" type="pres">
      <dgm:prSet presAssocID="{C0F9DA3F-2E8E-4FF0-9EF1-2C59F3FCE9B1}" presName="compNode" presStyleCnt="0"/>
      <dgm:spPr/>
    </dgm:pt>
    <dgm:pt modelId="{59D60BB2-38B9-4BFE-963A-984713485600}" type="pres">
      <dgm:prSet presAssocID="{C0F9DA3F-2E8E-4FF0-9EF1-2C59F3FCE9B1}" presName="iconBgRect" presStyleLbl="bgShp" presStyleIdx="1" presStyleCnt="4"/>
      <dgm:spPr/>
    </dgm:pt>
    <dgm:pt modelId="{4B53180A-9DD7-4C2C-9225-8496C573CA5E}" type="pres">
      <dgm:prSet presAssocID="{C0F9DA3F-2E8E-4FF0-9EF1-2C59F3FCE9B1}"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nger Print"/>
        </a:ext>
      </dgm:extLst>
    </dgm:pt>
    <dgm:pt modelId="{45D55AF6-D691-4D89-AA03-B306A080188A}" type="pres">
      <dgm:prSet presAssocID="{C0F9DA3F-2E8E-4FF0-9EF1-2C59F3FCE9B1}" presName="spaceRect" presStyleCnt="0"/>
      <dgm:spPr/>
    </dgm:pt>
    <dgm:pt modelId="{9E6CC4C6-AADB-4735-8553-1E528242E2B3}" type="pres">
      <dgm:prSet presAssocID="{C0F9DA3F-2E8E-4FF0-9EF1-2C59F3FCE9B1}" presName="textRect" presStyleLbl="revTx" presStyleIdx="1" presStyleCnt="4">
        <dgm:presLayoutVars>
          <dgm:chMax val="1"/>
          <dgm:chPref val="1"/>
        </dgm:presLayoutVars>
      </dgm:prSet>
      <dgm:spPr/>
    </dgm:pt>
    <dgm:pt modelId="{44C41831-107F-42E0-9D6F-BD04E490E239}" type="pres">
      <dgm:prSet presAssocID="{48D2B7E2-AD92-495E-9C16-072991C47676}" presName="sibTrans" presStyleLbl="sibTrans2D1" presStyleIdx="0" presStyleCnt="0"/>
      <dgm:spPr/>
    </dgm:pt>
    <dgm:pt modelId="{76563EA1-C3A0-44BA-A810-5B25BE22AE9E}" type="pres">
      <dgm:prSet presAssocID="{0DD28461-3F7B-4D5E-8CE0-3738F1309D4C}" presName="compNode" presStyleCnt="0"/>
      <dgm:spPr/>
    </dgm:pt>
    <dgm:pt modelId="{54F816CD-842A-4A77-9F67-89ED16D02439}" type="pres">
      <dgm:prSet presAssocID="{0DD28461-3F7B-4D5E-8CE0-3738F1309D4C}" presName="iconBgRect" presStyleLbl="bgShp" presStyleIdx="2" presStyleCnt="4"/>
      <dgm:spPr/>
    </dgm:pt>
    <dgm:pt modelId="{FCEC2420-5C33-4BA5-9EEB-12BE329CE7DD}" type="pres">
      <dgm:prSet presAssocID="{0DD28461-3F7B-4D5E-8CE0-3738F1309D4C}"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avel"/>
        </a:ext>
      </dgm:extLst>
    </dgm:pt>
    <dgm:pt modelId="{1D4F327E-DC17-4592-84CF-F881CF062B0D}" type="pres">
      <dgm:prSet presAssocID="{0DD28461-3F7B-4D5E-8CE0-3738F1309D4C}" presName="spaceRect" presStyleCnt="0"/>
      <dgm:spPr/>
    </dgm:pt>
    <dgm:pt modelId="{69A5F450-C529-48A0-9B92-96F3D936EDEA}" type="pres">
      <dgm:prSet presAssocID="{0DD28461-3F7B-4D5E-8CE0-3738F1309D4C}" presName="textRect" presStyleLbl="revTx" presStyleIdx="2" presStyleCnt="4">
        <dgm:presLayoutVars>
          <dgm:chMax val="1"/>
          <dgm:chPref val="1"/>
        </dgm:presLayoutVars>
      </dgm:prSet>
      <dgm:spPr/>
    </dgm:pt>
    <dgm:pt modelId="{864281B5-5D79-4E7D-AED7-037DA5C74FD9}" type="pres">
      <dgm:prSet presAssocID="{404DD3F1-88DB-4002-A0AC-55539A40D57F}" presName="sibTrans" presStyleLbl="sibTrans2D1" presStyleIdx="0" presStyleCnt="0"/>
      <dgm:spPr/>
    </dgm:pt>
    <dgm:pt modelId="{71B76A1F-FD85-4466-85FD-28FA5D13CC98}" type="pres">
      <dgm:prSet presAssocID="{53ABDCD0-6E65-4751-B24F-614BEB73692C}" presName="compNode" presStyleCnt="0"/>
      <dgm:spPr/>
    </dgm:pt>
    <dgm:pt modelId="{E6021EA3-E80F-4430-A3CF-AB0339E65240}" type="pres">
      <dgm:prSet presAssocID="{53ABDCD0-6E65-4751-B24F-614BEB73692C}" presName="iconBgRect" presStyleLbl="bgShp" presStyleIdx="3" presStyleCnt="4"/>
      <dgm:spPr/>
    </dgm:pt>
    <dgm:pt modelId="{704E2EFD-AC04-4DF4-9965-FDBCA13B1627}" type="pres">
      <dgm:prSet presAssocID="{53ABDCD0-6E65-4751-B24F-614BEB73692C}"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tective"/>
        </a:ext>
      </dgm:extLst>
    </dgm:pt>
    <dgm:pt modelId="{AB903EFB-DA28-436F-9310-7843BE513BC4}" type="pres">
      <dgm:prSet presAssocID="{53ABDCD0-6E65-4751-B24F-614BEB73692C}" presName="spaceRect" presStyleCnt="0"/>
      <dgm:spPr/>
    </dgm:pt>
    <dgm:pt modelId="{2F4050B9-50DD-4AF1-B5F4-34BC75CCD9AD}" type="pres">
      <dgm:prSet presAssocID="{53ABDCD0-6E65-4751-B24F-614BEB73692C}" presName="textRect" presStyleLbl="revTx" presStyleIdx="3" presStyleCnt="4">
        <dgm:presLayoutVars>
          <dgm:chMax val="1"/>
          <dgm:chPref val="1"/>
        </dgm:presLayoutVars>
      </dgm:prSet>
      <dgm:spPr/>
    </dgm:pt>
  </dgm:ptLst>
  <dgm:cxnLst>
    <dgm:cxn modelId="{BEA93D07-96EF-4AAA-AD8D-C77F4F00F20B}" type="presOf" srcId="{C0F9DA3F-2E8E-4FF0-9EF1-2C59F3FCE9B1}" destId="{9E6CC4C6-AADB-4735-8553-1E528242E2B3}" srcOrd="0" destOrd="0" presId="urn:microsoft.com/office/officeart/2018/2/layout/IconCircleList"/>
    <dgm:cxn modelId="{72EBD62E-8425-4AD3-97AC-81899F98A265}" type="presOf" srcId="{CFD8BE57-D4DC-4D13-AC6C-446440241D17}" destId="{925A22A8-E8B8-4E9D-94E3-1F8B004DBCB2}" srcOrd="0" destOrd="0" presId="urn:microsoft.com/office/officeart/2018/2/layout/IconCircleList"/>
    <dgm:cxn modelId="{67E82F3D-7A05-44A1-AFEF-99E675C4E456}" srcId="{CFD8BE57-D4DC-4D13-AC6C-446440241D17}" destId="{C0F9DA3F-2E8E-4FF0-9EF1-2C59F3FCE9B1}" srcOrd="1" destOrd="0" parTransId="{BBC2BDA1-C119-47B9-AC3A-3CD3C6975BFE}" sibTransId="{48D2B7E2-AD92-495E-9C16-072991C47676}"/>
    <dgm:cxn modelId="{70492944-3170-4FCC-8C66-ECBC1BEEA5D5}" srcId="{CFD8BE57-D4DC-4D13-AC6C-446440241D17}" destId="{763DBF5D-6B39-41DD-88C7-97F31B190938}" srcOrd="0" destOrd="0" parTransId="{EF1FF600-4E5B-49C3-8317-2D853D273E63}" sibTransId="{4C3F7B9D-4390-40D1-9E50-18434AE3DC47}"/>
    <dgm:cxn modelId="{9525B467-0567-4159-A993-CFC9F3F0A5A1}" type="presOf" srcId="{763DBF5D-6B39-41DD-88C7-97F31B190938}" destId="{AEE66523-AD2B-45B3-A839-042147DB4C3A}" srcOrd="0" destOrd="0" presId="urn:microsoft.com/office/officeart/2018/2/layout/IconCircleList"/>
    <dgm:cxn modelId="{4F861259-4726-4693-BA44-DA716D497632}" srcId="{CFD8BE57-D4DC-4D13-AC6C-446440241D17}" destId="{0DD28461-3F7B-4D5E-8CE0-3738F1309D4C}" srcOrd="2" destOrd="0" parTransId="{9D775783-30E7-4FD0-BAB6-A65B25A30377}" sibTransId="{404DD3F1-88DB-4002-A0AC-55539A40D57F}"/>
    <dgm:cxn modelId="{B9C94A7A-14B2-4C91-90FF-865D09B03B7D}" type="presOf" srcId="{48D2B7E2-AD92-495E-9C16-072991C47676}" destId="{44C41831-107F-42E0-9D6F-BD04E490E239}" srcOrd="0" destOrd="0" presId="urn:microsoft.com/office/officeart/2018/2/layout/IconCircleList"/>
    <dgm:cxn modelId="{63FBFC85-9DA3-4CFC-B5BA-34C0E7B5DAB8}" type="presOf" srcId="{0DD28461-3F7B-4D5E-8CE0-3738F1309D4C}" destId="{69A5F450-C529-48A0-9B92-96F3D936EDEA}" srcOrd="0" destOrd="0" presId="urn:microsoft.com/office/officeart/2018/2/layout/IconCircleList"/>
    <dgm:cxn modelId="{2EB530C0-0B7E-4F31-AB0F-2E965ADD8B62}" type="presOf" srcId="{53ABDCD0-6E65-4751-B24F-614BEB73692C}" destId="{2F4050B9-50DD-4AF1-B5F4-34BC75CCD9AD}" srcOrd="0" destOrd="0" presId="urn:microsoft.com/office/officeart/2018/2/layout/IconCircleList"/>
    <dgm:cxn modelId="{B2CE05CC-6990-4FEE-9373-FF9803F878D0}" type="presOf" srcId="{404DD3F1-88DB-4002-A0AC-55539A40D57F}" destId="{864281B5-5D79-4E7D-AED7-037DA5C74FD9}" srcOrd="0" destOrd="0" presId="urn:microsoft.com/office/officeart/2018/2/layout/IconCircleList"/>
    <dgm:cxn modelId="{DCF8CECD-1D79-4067-859C-206B628B86C9}" type="presOf" srcId="{4C3F7B9D-4390-40D1-9E50-18434AE3DC47}" destId="{1010FDF6-4792-4298-8540-11966CFF5C30}" srcOrd="0" destOrd="0" presId="urn:microsoft.com/office/officeart/2018/2/layout/IconCircleList"/>
    <dgm:cxn modelId="{42EC25DB-FF4F-4B6F-BAC7-055D9F113969}" srcId="{CFD8BE57-D4DC-4D13-AC6C-446440241D17}" destId="{53ABDCD0-6E65-4751-B24F-614BEB73692C}" srcOrd="3" destOrd="0" parTransId="{2E5A96CC-70E8-4B76-925C-25D82A5A8B11}" sibTransId="{C323BD41-2285-407E-B678-871BAD795ECD}"/>
    <dgm:cxn modelId="{5323A539-DB23-4AD8-9395-5BA154F1CBD3}" type="presParOf" srcId="{925A22A8-E8B8-4E9D-94E3-1F8B004DBCB2}" destId="{517EE504-70AF-44E0-A08D-721F341D0634}" srcOrd="0" destOrd="0" presId="urn:microsoft.com/office/officeart/2018/2/layout/IconCircleList"/>
    <dgm:cxn modelId="{FCB7C191-C348-425E-8D1E-CC420B635C9C}" type="presParOf" srcId="{517EE504-70AF-44E0-A08D-721F341D0634}" destId="{1CCA1091-43F3-477F-99B0-206E85759B81}" srcOrd="0" destOrd="0" presId="urn:microsoft.com/office/officeart/2018/2/layout/IconCircleList"/>
    <dgm:cxn modelId="{57B5C620-63AA-4022-830B-CDA250DBAC13}" type="presParOf" srcId="{1CCA1091-43F3-477F-99B0-206E85759B81}" destId="{86E085C5-5DF8-44A8-9AC3-08508E0AEDF4}" srcOrd="0" destOrd="0" presId="urn:microsoft.com/office/officeart/2018/2/layout/IconCircleList"/>
    <dgm:cxn modelId="{5816D69D-B18E-460B-80EB-03559A8BC988}" type="presParOf" srcId="{1CCA1091-43F3-477F-99B0-206E85759B81}" destId="{A90CB241-340B-4CB6-BD07-0B7296553CD1}" srcOrd="1" destOrd="0" presId="urn:microsoft.com/office/officeart/2018/2/layout/IconCircleList"/>
    <dgm:cxn modelId="{54991A27-A738-498D-9862-FDF0062A65E8}" type="presParOf" srcId="{1CCA1091-43F3-477F-99B0-206E85759B81}" destId="{EBD1E4B9-1AC1-4EC1-8DE1-8856B0B44A90}" srcOrd="2" destOrd="0" presId="urn:microsoft.com/office/officeart/2018/2/layout/IconCircleList"/>
    <dgm:cxn modelId="{52509F79-F7DF-49C4-A478-A38D4CE3DAEF}" type="presParOf" srcId="{1CCA1091-43F3-477F-99B0-206E85759B81}" destId="{AEE66523-AD2B-45B3-A839-042147DB4C3A}" srcOrd="3" destOrd="0" presId="urn:microsoft.com/office/officeart/2018/2/layout/IconCircleList"/>
    <dgm:cxn modelId="{934BA563-CDA6-4DD7-926E-AF6E66509A93}" type="presParOf" srcId="{517EE504-70AF-44E0-A08D-721F341D0634}" destId="{1010FDF6-4792-4298-8540-11966CFF5C30}" srcOrd="1" destOrd="0" presId="urn:microsoft.com/office/officeart/2018/2/layout/IconCircleList"/>
    <dgm:cxn modelId="{8A8ADFEE-54EE-4ADA-AC63-E3CEE8B58A9E}" type="presParOf" srcId="{517EE504-70AF-44E0-A08D-721F341D0634}" destId="{AE2B3425-4B9F-46DC-A751-BB51120CED4F}" srcOrd="2" destOrd="0" presId="urn:microsoft.com/office/officeart/2018/2/layout/IconCircleList"/>
    <dgm:cxn modelId="{8D1D757C-8CF1-48DD-84F0-7F28B4C7DE36}" type="presParOf" srcId="{AE2B3425-4B9F-46DC-A751-BB51120CED4F}" destId="{59D60BB2-38B9-4BFE-963A-984713485600}" srcOrd="0" destOrd="0" presId="urn:microsoft.com/office/officeart/2018/2/layout/IconCircleList"/>
    <dgm:cxn modelId="{92F7D76E-9FE1-4BED-BCBE-FA8D5AF89C52}" type="presParOf" srcId="{AE2B3425-4B9F-46DC-A751-BB51120CED4F}" destId="{4B53180A-9DD7-4C2C-9225-8496C573CA5E}" srcOrd="1" destOrd="0" presId="urn:microsoft.com/office/officeart/2018/2/layout/IconCircleList"/>
    <dgm:cxn modelId="{195E9C37-49CF-4F63-947E-E11B2F385A5D}" type="presParOf" srcId="{AE2B3425-4B9F-46DC-A751-BB51120CED4F}" destId="{45D55AF6-D691-4D89-AA03-B306A080188A}" srcOrd="2" destOrd="0" presId="urn:microsoft.com/office/officeart/2018/2/layout/IconCircleList"/>
    <dgm:cxn modelId="{92FB54A1-D9E2-417D-9A43-024258541FB3}" type="presParOf" srcId="{AE2B3425-4B9F-46DC-A751-BB51120CED4F}" destId="{9E6CC4C6-AADB-4735-8553-1E528242E2B3}" srcOrd="3" destOrd="0" presId="urn:microsoft.com/office/officeart/2018/2/layout/IconCircleList"/>
    <dgm:cxn modelId="{A1D069AB-1456-40AE-AF2A-BC9A55E15434}" type="presParOf" srcId="{517EE504-70AF-44E0-A08D-721F341D0634}" destId="{44C41831-107F-42E0-9D6F-BD04E490E239}" srcOrd="3" destOrd="0" presId="urn:microsoft.com/office/officeart/2018/2/layout/IconCircleList"/>
    <dgm:cxn modelId="{B9EA7F04-F0AD-42EB-AEF3-6A63ABE68212}" type="presParOf" srcId="{517EE504-70AF-44E0-A08D-721F341D0634}" destId="{76563EA1-C3A0-44BA-A810-5B25BE22AE9E}" srcOrd="4" destOrd="0" presId="urn:microsoft.com/office/officeart/2018/2/layout/IconCircleList"/>
    <dgm:cxn modelId="{95A0CC91-AAB6-4E35-AC8A-CB609CBFB7F9}" type="presParOf" srcId="{76563EA1-C3A0-44BA-A810-5B25BE22AE9E}" destId="{54F816CD-842A-4A77-9F67-89ED16D02439}" srcOrd="0" destOrd="0" presId="urn:microsoft.com/office/officeart/2018/2/layout/IconCircleList"/>
    <dgm:cxn modelId="{CED95643-0BE6-4629-BAB7-41D4AE1ACC1D}" type="presParOf" srcId="{76563EA1-C3A0-44BA-A810-5B25BE22AE9E}" destId="{FCEC2420-5C33-4BA5-9EEB-12BE329CE7DD}" srcOrd="1" destOrd="0" presId="urn:microsoft.com/office/officeart/2018/2/layout/IconCircleList"/>
    <dgm:cxn modelId="{554B7E47-E1EA-49F3-8877-9E025DC1F288}" type="presParOf" srcId="{76563EA1-C3A0-44BA-A810-5B25BE22AE9E}" destId="{1D4F327E-DC17-4592-84CF-F881CF062B0D}" srcOrd="2" destOrd="0" presId="urn:microsoft.com/office/officeart/2018/2/layout/IconCircleList"/>
    <dgm:cxn modelId="{1FA8D791-388B-4AD9-A630-AB63377DC2DC}" type="presParOf" srcId="{76563EA1-C3A0-44BA-A810-5B25BE22AE9E}" destId="{69A5F450-C529-48A0-9B92-96F3D936EDEA}" srcOrd="3" destOrd="0" presId="urn:microsoft.com/office/officeart/2018/2/layout/IconCircleList"/>
    <dgm:cxn modelId="{5710AA00-A566-4941-A136-1FFE577B796B}" type="presParOf" srcId="{517EE504-70AF-44E0-A08D-721F341D0634}" destId="{864281B5-5D79-4E7D-AED7-037DA5C74FD9}" srcOrd="5" destOrd="0" presId="urn:microsoft.com/office/officeart/2018/2/layout/IconCircleList"/>
    <dgm:cxn modelId="{26D0C008-5D9F-4F15-A4FF-CA54D7B77D7E}" type="presParOf" srcId="{517EE504-70AF-44E0-A08D-721F341D0634}" destId="{71B76A1F-FD85-4466-85FD-28FA5D13CC98}" srcOrd="6" destOrd="0" presId="urn:microsoft.com/office/officeart/2018/2/layout/IconCircleList"/>
    <dgm:cxn modelId="{A71119BC-1634-42DF-834F-8B45294C572F}" type="presParOf" srcId="{71B76A1F-FD85-4466-85FD-28FA5D13CC98}" destId="{E6021EA3-E80F-4430-A3CF-AB0339E65240}" srcOrd="0" destOrd="0" presId="urn:microsoft.com/office/officeart/2018/2/layout/IconCircleList"/>
    <dgm:cxn modelId="{66822461-FA5A-4E67-95D7-549172309C96}" type="presParOf" srcId="{71B76A1F-FD85-4466-85FD-28FA5D13CC98}" destId="{704E2EFD-AC04-4DF4-9965-FDBCA13B1627}" srcOrd="1" destOrd="0" presId="urn:microsoft.com/office/officeart/2018/2/layout/IconCircleList"/>
    <dgm:cxn modelId="{7045B015-1EC5-4E0F-B20D-D358DBCA66D0}" type="presParOf" srcId="{71B76A1F-FD85-4466-85FD-28FA5D13CC98}" destId="{AB903EFB-DA28-436F-9310-7843BE513BC4}" srcOrd="2" destOrd="0" presId="urn:microsoft.com/office/officeart/2018/2/layout/IconCircleList"/>
    <dgm:cxn modelId="{20608328-828F-49C7-AE18-2539FB711651}" type="presParOf" srcId="{71B76A1F-FD85-4466-85FD-28FA5D13CC98}" destId="{2F4050B9-50DD-4AF1-B5F4-34BC75CCD9AD}"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26838AD-C6FA-41C7-B606-160D2BA8ABC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3F07BE0-5FD1-4ACB-9A13-580DC8F2C3A3}">
      <dgm:prSet/>
      <dgm:spPr/>
      <dgm:t>
        <a:bodyPr/>
        <a:lstStyle/>
        <a:p>
          <a:r>
            <a:rPr lang="en-IN"/>
            <a:t>Before any evidence can be collected, investigators must prepare by understanding the context of the investigation and identifying potential sources of digital evidence. This phase involves:</a:t>
          </a:r>
          <a:endParaRPr lang="en-US"/>
        </a:p>
      </dgm:t>
    </dgm:pt>
    <dgm:pt modelId="{926EFB34-D066-4660-A100-6BDFEE55B957}" type="parTrans" cxnId="{E31DEEA1-B2B9-4659-AF9B-05819962B931}">
      <dgm:prSet/>
      <dgm:spPr/>
      <dgm:t>
        <a:bodyPr/>
        <a:lstStyle/>
        <a:p>
          <a:endParaRPr lang="en-US"/>
        </a:p>
      </dgm:t>
    </dgm:pt>
    <dgm:pt modelId="{611EBA91-CF33-4BA4-9BAE-4E72C015A4C3}" type="sibTrans" cxnId="{E31DEEA1-B2B9-4659-AF9B-05819962B931}">
      <dgm:prSet/>
      <dgm:spPr/>
      <dgm:t>
        <a:bodyPr/>
        <a:lstStyle/>
        <a:p>
          <a:endParaRPr lang="en-US"/>
        </a:p>
      </dgm:t>
    </dgm:pt>
    <dgm:pt modelId="{BBAB9B4C-0BDC-4F9C-8BE5-5E1C8CA2E07B}">
      <dgm:prSet/>
      <dgm:spPr/>
      <dgm:t>
        <a:bodyPr/>
        <a:lstStyle/>
        <a:p>
          <a:r>
            <a:rPr lang="en-IN" b="1"/>
            <a:t>Planning</a:t>
          </a:r>
          <a:r>
            <a:rPr lang="en-IN"/>
            <a:t>: Determining the scope of the investigation and the types of evidence that may be relevant.</a:t>
          </a:r>
          <a:endParaRPr lang="en-US"/>
        </a:p>
      </dgm:t>
    </dgm:pt>
    <dgm:pt modelId="{2149E910-5DFA-41D8-B029-89D3E03F70F8}" type="parTrans" cxnId="{D4FB1C9A-210B-47BD-BB35-D8D3849D61BF}">
      <dgm:prSet/>
      <dgm:spPr/>
      <dgm:t>
        <a:bodyPr/>
        <a:lstStyle/>
        <a:p>
          <a:endParaRPr lang="en-US"/>
        </a:p>
      </dgm:t>
    </dgm:pt>
    <dgm:pt modelId="{B31CE24C-ACA2-4576-AC82-3A117418340E}" type="sibTrans" cxnId="{D4FB1C9A-210B-47BD-BB35-D8D3849D61BF}">
      <dgm:prSet/>
      <dgm:spPr/>
      <dgm:t>
        <a:bodyPr/>
        <a:lstStyle/>
        <a:p>
          <a:endParaRPr lang="en-US"/>
        </a:p>
      </dgm:t>
    </dgm:pt>
    <dgm:pt modelId="{84827E4D-632F-4F74-B95A-2A56056B638D}">
      <dgm:prSet/>
      <dgm:spPr/>
      <dgm:t>
        <a:bodyPr/>
        <a:lstStyle/>
        <a:p>
          <a:r>
            <a:rPr lang="en-IN" b="1"/>
            <a:t>Identification</a:t>
          </a:r>
          <a:r>
            <a:rPr lang="en-IN"/>
            <a:t>: Recognizing devices and data that may contain pertinent information, including computers, mobile devices, servers, and cloud storage.</a:t>
          </a:r>
          <a:endParaRPr lang="en-US"/>
        </a:p>
      </dgm:t>
    </dgm:pt>
    <dgm:pt modelId="{09A513BE-69FF-4329-BB54-2A34DEE061A1}" type="parTrans" cxnId="{F5490FB1-6D7A-4297-ACCE-8621B5A36B32}">
      <dgm:prSet/>
      <dgm:spPr/>
      <dgm:t>
        <a:bodyPr/>
        <a:lstStyle/>
        <a:p>
          <a:endParaRPr lang="en-US"/>
        </a:p>
      </dgm:t>
    </dgm:pt>
    <dgm:pt modelId="{E008AB17-9C1B-46FC-B33E-ABB8FF47A0E4}" type="sibTrans" cxnId="{F5490FB1-6D7A-4297-ACCE-8621B5A36B32}">
      <dgm:prSet/>
      <dgm:spPr/>
      <dgm:t>
        <a:bodyPr/>
        <a:lstStyle/>
        <a:p>
          <a:endParaRPr lang="en-US"/>
        </a:p>
      </dgm:t>
    </dgm:pt>
    <dgm:pt modelId="{8CE50ADB-0B3E-4286-8765-1AF45282706C}" type="pres">
      <dgm:prSet presAssocID="{526838AD-C6FA-41C7-B606-160D2BA8ABCF}" presName="root" presStyleCnt="0">
        <dgm:presLayoutVars>
          <dgm:dir/>
          <dgm:resizeHandles val="exact"/>
        </dgm:presLayoutVars>
      </dgm:prSet>
      <dgm:spPr/>
    </dgm:pt>
    <dgm:pt modelId="{33E730EC-78E0-4D9D-9759-EA64F3E4C9D1}" type="pres">
      <dgm:prSet presAssocID="{63F07BE0-5FD1-4ACB-9A13-580DC8F2C3A3}" presName="compNode" presStyleCnt="0"/>
      <dgm:spPr/>
    </dgm:pt>
    <dgm:pt modelId="{458B38F4-273A-42BF-B1D3-FC03E35BE317}" type="pres">
      <dgm:prSet presAssocID="{63F07BE0-5FD1-4ACB-9A13-580DC8F2C3A3}" presName="bgRect" presStyleLbl="bgShp" presStyleIdx="0" presStyleCnt="3"/>
      <dgm:spPr/>
    </dgm:pt>
    <dgm:pt modelId="{099543D4-F881-4FBE-B448-11D9DA6BAC8E}" type="pres">
      <dgm:prSet presAssocID="{63F07BE0-5FD1-4ACB-9A13-580DC8F2C3A3}"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agnifying glass"/>
        </a:ext>
      </dgm:extLst>
    </dgm:pt>
    <dgm:pt modelId="{8D256091-E872-4F8E-9C14-153A1EA3DEA1}" type="pres">
      <dgm:prSet presAssocID="{63F07BE0-5FD1-4ACB-9A13-580DC8F2C3A3}" presName="spaceRect" presStyleCnt="0"/>
      <dgm:spPr/>
    </dgm:pt>
    <dgm:pt modelId="{14AF3392-78D4-456E-BB57-583A65DC91E9}" type="pres">
      <dgm:prSet presAssocID="{63F07BE0-5FD1-4ACB-9A13-580DC8F2C3A3}" presName="parTx" presStyleLbl="revTx" presStyleIdx="0" presStyleCnt="3">
        <dgm:presLayoutVars>
          <dgm:chMax val="0"/>
          <dgm:chPref val="0"/>
        </dgm:presLayoutVars>
      </dgm:prSet>
      <dgm:spPr/>
    </dgm:pt>
    <dgm:pt modelId="{3301A03C-63BA-4C44-B507-BFB7866298A3}" type="pres">
      <dgm:prSet presAssocID="{611EBA91-CF33-4BA4-9BAE-4E72C015A4C3}" presName="sibTrans" presStyleCnt="0"/>
      <dgm:spPr/>
    </dgm:pt>
    <dgm:pt modelId="{2141E857-1984-4226-8747-DDD25B4A3432}" type="pres">
      <dgm:prSet presAssocID="{BBAB9B4C-0BDC-4F9C-8BE5-5E1C8CA2E07B}" presName="compNode" presStyleCnt="0"/>
      <dgm:spPr/>
    </dgm:pt>
    <dgm:pt modelId="{D2047EA0-0FF5-47D8-8216-2E1D57F4AD8E}" type="pres">
      <dgm:prSet presAssocID="{BBAB9B4C-0BDC-4F9C-8BE5-5E1C8CA2E07B}" presName="bgRect" presStyleLbl="bgShp" presStyleIdx="1" presStyleCnt="3"/>
      <dgm:spPr/>
    </dgm:pt>
    <dgm:pt modelId="{B92DCC48-3EFA-4B9E-BE1A-7915FE9B9D43}" type="pres">
      <dgm:prSet presAssocID="{BBAB9B4C-0BDC-4F9C-8BE5-5E1C8CA2E07B}"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esentation with Checklist"/>
        </a:ext>
      </dgm:extLst>
    </dgm:pt>
    <dgm:pt modelId="{9D679D3A-64FB-458B-9ECE-5606DCFF3AF3}" type="pres">
      <dgm:prSet presAssocID="{BBAB9B4C-0BDC-4F9C-8BE5-5E1C8CA2E07B}" presName="spaceRect" presStyleCnt="0"/>
      <dgm:spPr/>
    </dgm:pt>
    <dgm:pt modelId="{4610D97A-F962-4A36-9524-146922655A00}" type="pres">
      <dgm:prSet presAssocID="{BBAB9B4C-0BDC-4F9C-8BE5-5E1C8CA2E07B}" presName="parTx" presStyleLbl="revTx" presStyleIdx="1" presStyleCnt="3">
        <dgm:presLayoutVars>
          <dgm:chMax val="0"/>
          <dgm:chPref val="0"/>
        </dgm:presLayoutVars>
      </dgm:prSet>
      <dgm:spPr/>
    </dgm:pt>
    <dgm:pt modelId="{37964421-8747-4A08-BF1C-BDF9A788DC96}" type="pres">
      <dgm:prSet presAssocID="{B31CE24C-ACA2-4576-AC82-3A117418340E}" presName="sibTrans" presStyleCnt="0"/>
      <dgm:spPr/>
    </dgm:pt>
    <dgm:pt modelId="{78BEF81C-7228-4F5E-AF50-571DAC5B47FD}" type="pres">
      <dgm:prSet presAssocID="{84827E4D-632F-4F74-B95A-2A56056B638D}" presName="compNode" presStyleCnt="0"/>
      <dgm:spPr/>
    </dgm:pt>
    <dgm:pt modelId="{CF51712D-BB10-46F8-B358-A5097276463F}" type="pres">
      <dgm:prSet presAssocID="{84827E4D-632F-4F74-B95A-2A56056B638D}" presName="bgRect" presStyleLbl="bgShp" presStyleIdx="2" presStyleCnt="3"/>
      <dgm:spPr/>
    </dgm:pt>
    <dgm:pt modelId="{776A2F95-3486-4EE8-9DE3-44C708F351FD}" type="pres">
      <dgm:prSet presAssocID="{84827E4D-632F-4F74-B95A-2A56056B638D}"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loud Computing"/>
        </a:ext>
      </dgm:extLst>
    </dgm:pt>
    <dgm:pt modelId="{2475C70D-208F-49DB-9B77-14E3F8AAC288}" type="pres">
      <dgm:prSet presAssocID="{84827E4D-632F-4F74-B95A-2A56056B638D}" presName="spaceRect" presStyleCnt="0"/>
      <dgm:spPr/>
    </dgm:pt>
    <dgm:pt modelId="{E4205DD2-6881-45D5-9DAA-B1C247EDFA29}" type="pres">
      <dgm:prSet presAssocID="{84827E4D-632F-4F74-B95A-2A56056B638D}" presName="parTx" presStyleLbl="revTx" presStyleIdx="2" presStyleCnt="3">
        <dgm:presLayoutVars>
          <dgm:chMax val="0"/>
          <dgm:chPref val="0"/>
        </dgm:presLayoutVars>
      </dgm:prSet>
      <dgm:spPr/>
    </dgm:pt>
  </dgm:ptLst>
  <dgm:cxnLst>
    <dgm:cxn modelId="{2AC03E2D-5258-4D79-8752-F8AB968EB7C9}" type="presOf" srcId="{BBAB9B4C-0BDC-4F9C-8BE5-5E1C8CA2E07B}" destId="{4610D97A-F962-4A36-9524-146922655A00}" srcOrd="0" destOrd="0" presId="urn:microsoft.com/office/officeart/2018/2/layout/IconVerticalSolidList"/>
    <dgm:cxn modelId="{1A546C42-513A-4F1B-8548-4992249522D7}" type="presOf" srcId="{526838AD-C6FA-41C7-B606-160D2BA8ABCF}" destId="{8CE50ADB-0B3E-4286-8765-1AF45282706C}" srcOrd="0" destOrd="0" presId="urn:microsoft.com/office/officeart/2018/2/layout/IconVerticalSolidList"/>
    <dgm:cxn modelId="{D4FB1C9A-210B-47BD-BB35-D8D3849D61BF}" srcId="{526838AD-C6FA-41C7-B606-160D2BA8ABCF}" destId="{BBAB9B4C-0BDC-4F9C-8BE5-5E1C8CA2E07B}" srcOrd="1" destOrd="0" parTransId="{2149E910-5DFA-41D8-B029-89D3E03F70F8}" sibTransId="{B31CE24C-ACA2-4576-AC82-3A117418340E}"/>
    <dgm:cxn modelId="{E31DEEA1-B2B9-4659-AF9B-05819962B931}" srcId="{526838AD-C6FA-41C7-B606-160D2BA8ABCF}" destId="{63F07BE0-5FD1-4ACB-9A13-580DC8F2C3A3}" srcOrd="0" destOrd="0" parTransId="{926EFB34-D066-4660-A100-6BDFEE55B957}" sibTransId="{611EBA91-CF33-4BA4-9BAE-4E72C015A4C3}"/>
    <dgm:cxn modelId="{F5490FB1-6D7A-4297-ACCE-8621B5A36B32}" srcId="{526838AD-C6FA-41C7-B606-160D2BA8ABCF}" destId="{84827E4D-632F-4F74-B95A-2A56056B638D}" srcOrd="2" destOrd="0" parTransId="{09A513BE-69FF-4329-BB54-2A34DEE061A1}" sibTransId="{E008AB17-9C1B-46FC-B33E-ABB8FF47A0E4}"/>
    <dgm:cxn modelId="{9C10F6EA-41C8-4ABC-B5C4-FC80FBCC2A6A}" type="presOf" srcId="{63F07BE0-5FD1-4ACB-9A13-580DC8F2C3A3}" destId="{14AF3392-78D4-456E-BB57-583A65DC91E9}" srcOrd="0" destOrd="0" presId="urn:microsoft.com/office/officeart/2018/2/layout/IconVerticalSolidList"/>
    <dgm:cxn modelId="{82F3BDF4-0186-4D07-A21C-D9CB4E1FAEAA}" type="presOf" srcId="{84827E4D-632F-4F74-B95A-2A56056B638D}" destId="{E4205DD2-6881-45D5-9DAA-B1C247EDFA29}" srcOrd="0" destOrd="0" presId="urn:microsoft.com/office/officeart/2018/2/layout/IconVerticalSolidList"/>
    <dgm:cxn modelId="{AB0460DE-9B4E-47EA-BBA8-A4275768810F}" type="presParOf" srcId="{8CE50ADB-0B3E-4286-8765-1AF45282706C}" destId="{33E730EC-78E0-4D9D-9759-EA64F3E4C9D1}" srcOrd="0" destOrd="0" presId="urn:microsoft.com/office/officeart/2018/2/layout/IconVerticalSolidList"/>
    <dgm:cxn modelId="{D6A4A4DA-4800-430B-AC03-DFCCD97E903D}" type="presParOf" srcId="{33E730EC-78E0-4D9D-9759-EA64F3E4C9D1}" destId="{458B38F4-273A-42BF-B1D3-FC03E35BE317}" srcOrd="0" destOrd="0" presId="urn:microsoft.com/office/officeart/2018/2/layout/IconVerticalSolidList"/>
    <dgm:cxn modelId="{18CAD089-9017-4470-A7B6-F37440F14AC0}" type="presParOf" srcId="{33E730EC-78E0-4D9D-9759-EA64F3E4C9D1}" destId="{099543D4-F881-4FBE-B448-11D9DA6BAC8E}" srcOrd="1" destOrd="0" presId="urn:microsoft.com/office/officeart/2018/2/layout/IconVerticalSolidList"/>
    <dgm:cxn modelId="{53E3FE41-2754-4E34-B47E-85593D043199}" type="presParOf" srcId="{33E730EC-78E0-4D9D-9759-EA64F3E4C9D1}" destId="{8D256091-E872-4F8E-9C14-153A1EA3DEA1}" srcOrd="2" destOrd="0" presId="urn:microsoft.com/office/officeart/2018/2/layout/IconVerticalSolidList"/>
    <dgm:cxn modelId="{6B20908E-CE70-48C8-9D3C-203795E5E1D8}" type="presParOf" srcId="{33E730EC-78E0-4D9D-9759-EA64F3E4C9D1}" destId="{14AF3392-78D4-456E-BB57-583A65DC91E9}" srcOrd="3" destOrd="0" presId="urn:microsoft.com/office/officeart/2018/2/layout/IconVerticalSolidList"/>
    <dgm:cxn modelId="{5A2A12FF-8938-4BDE-969E-8DD304C880AB}" type="presParOf" srcId="{8CE50ADB-0B3E-4286-8765-1AF45282706C}" destId="{3301A03C-63BA-4C44-B507-BFB7866298A3}" srcOrd="1" destOrd="0" presId="urn:microsoft.com/office/officeart/2018/2/layout/IconVerticalSolidList"/>
    <dgm:cxn modelId="{FF498574-79CD-493C-B971-0D70659DBE0B}" type="presParOf" srcId="{8CE50ADB-0B3E-4286-8765-1AF45282706C}" destId="{2141E857-1984-4226-8747-DDD25B4A3432}" srcOrd="2" destOrd="0" presId="urn:microsoft.com/office/officeart/2018/2/layout/IconVerticalSolidList"/>
    <dgm:cxn modelId="{CAF98343-EC54-4C7E-B6DC-AF85164908DC}" type="presParOf" srcId="{2141E857-1984-4226-8747-DDD25B4A3432}" destId="{D2047EA0-0FF5-47D8-8216-2E1D57F4AD8E}" srcOrd="0" destOrd="0" presId="urn:microsoft.com/office/officeart/2018/2/layout/IconVerticalSolidList"/>
    <dgm:cxn modelId="{8A61BC2D-26C7-4D41-8A00-20D2BA2857BB}" type="presParOf" srcId="{2141E857-1984-4226-8747-DDD25B4A3432}" destId="{B92DCC48-3EFA-4B9E-BE1A-7915FE9B9D43}" srcOrd="1" destOrd="0" presId="urn:microsoft.com/office/officeart/2018/2/layout/IconVerticalSolidList"/>
    <dgm:cxn modelId="{32CAFF61-3565-495D-A8B5-2A35AB1B9DA6}" type="presParOf" srcId="{2141E857-1984-4226-8747-DDD25B4A3432}" destId="{9D679D3A-64FB-458B-9ECE-5606DCFF3AF3}" srcOrd="2" destOrd="0" presId="urn:microsoft.com/office/officeart/2018/2/layout/IconVerticalSolidList"/>
    <dgm:cxn modelId="{C1489B5E-0B36-4352-A21E-7946EF81F5BB}" type="presParOf" srcId="{2141E857-1984-4226-8747-DDD25B4A3432}" destId="{4610D97A-F962-4A36-9524-146922655A00}" srcOrd="3" destOrd="0" presId="urn:microsoft.com/office/officeart/2018/2/layout/IconVerticalSolidList"/>
    <dgm:cxn modelId="{01750A02-549D-4254-8B99-A559E34A5181}" type="presParOf" srcId="{8CE50ADB-0B3E-4286-8765-1AF45282706C}" destId="{37964421-8747-4A08-BF1C-BDF9A788DC96}" srcOrd="3" destOrd="0" presId="urn:microsoft.com/office/officeart/2018/2/layout/IconVerticalSolidList"/>
    <dgm:cxn modelId="{5BC9127F-7292-48BC-966C-03DB3371E2C2}" type="presParOf" srcId="{8CE50ADB-0B3E-4286-8765-1AF45282706C}" destId="{78BEF81C-7228-4F5E-AF50-571DAC5B47FD}" srcOrd="4" destOrd="0" presId="urn:microsoft.com/office/officeart/2018/2/layout/IconVerticalSolidList"/>
    <dgm:cxn modelId="{8662A443-7A67-49FA-8B9E-4CEF0E3F835C}" type="presParOf" srcId="{78BEF81C-7228-4F5E-AF50-571DAC5B47FD}" destId="{CF51712D-BB10-46F8-B358-A5097276463F}" srcOrd="0" destOrd="0" presId="urn:microsoft.com/office/officeart/2018/2/layout/IconVerticalSolidList"/>
    <dgm:cxn modelId="{DD5B13A4-AFFA-4C62-8410-D13FD21D34E7}" type="presParOf" srcId="{78BEF81C-7228-4F5E-AF50-571DAC5B47FD}" destId="{776A2F95-3486-4EE8-9DE3-44C708F351FD}" srcOrd="1" destOrd="0" presId="urn:microsoft.com/office/officeart/2018/2/layout/IconVerticalSolidList"/>
    <dgm:cxn modelId="{7A61D5D1-9B76-44F2-815C-4712070E2E48}" type="presParOf" srcId="{78BEF81C-7228-4F5E-AF50-571DAC5B47FD}" destId="{2475C70D-208F-49DB-9B77-14E3F8AAC288}" srcOrd="2" destOrd="0" presId="urn:microsoft.com/office/officeart/2018/2/layout/IconVerticalSolidList"/>
    <dgm:cxn modelId="{C3B3AE0C-75A7-4469-9A5F-B76F24B776E2}" type="presParOf" srcId="{78BEF81C-7228-4F5E-AF50-571DAC5B47FD}" destId="{E4205DD2-6881-45D5-9DAA-B1C247EDFA2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20942E45-EF8F-49B7-A252-D85D2C1B5AF0}" type="doc">
      <dgm:prSet loTypeId="urn:microsoft.com/office/officeart/2016/7/layout/VerticalSolidActionList" loCatId="List" qsTypeId="urn:microsoft.com/office/officeart/2005/8/quickstyle/simple1" qsCatId="simple" csTypeId="urn:microsoft.com/office/officeart/2005/8/colors/colorful2" csCatId="colorful"/>
      <dgm:spPr/>
      <dgm:t>
        <a:bodyPr/>
        <a:lstStyle/>
        <a:p>
          <a:endParaRPr lang="en-US"/>
        </a:p>
      </dgm:t>
    </dgm:pt>
    <dgm:pt modelId="{9F17B021-8DDF-413E-A9A3-40204D2AB23A}">
      <dgm:prSet/>
      <dgm:spPr/>
      <dgm:t>
        <a:bodyPr/>
        <a:lstStyle/>
        <a:p>
          <a:r>
            <a:rPr lang="en-US"/>
            <a:t>Seizing</a:t>
          </a:r>
        </a:p>
      </dgm:t>
    </dgm:pt>
    <dgm:pt modelId="{E6D605C3-FDA2-4FD6-B822-F42ED3A08000}" type="parTrans" cxnId="{477925E3-264D-4E1F-809B-D177EC736FA9}">
      <dgm:prSet/>
      <dgm:spPr/>
      <dgm:t>
        <a:bodyPr/>
        <a:lstStyle/>
        <a:p>
          <a:endParaRPr lang="en-US"/>
        </a:p>
      </dgm:t>
    </dgm:pt>
    <dgm:pt modelId="{5FBAD9C2-4525-4C4C-9D29-170DE7F6EF7D}" type="sibTrans" cxnId="{477925E3-264D-4E1F-809B-D177EC736FA9}">
      <dgm:prSet/>
      <dgm:spPr/>
      <dgm:t>
        <a:bodyPr/>
        <a:lstStyle/>
        <a:p>
          <a:endParaRPr lang="en-US"/>
        </a:p>
      </dgm:t>
    </dgm:pt>
    <dgm:pt modelId="{FDD5FC22-B55B-498D-8AC1-FA864F3AC684}">
      <dgm:prSet/>
      <dgm:spPr/>
      <dgm:t>
        <a:bodyPr/>
        <a:lstStyle/>
        <a:p>
          <a:r>
            <a:rPr lang="en-US"/>
            <a:t>Seizing Devices: Physically securing devices that may contain evidence while ensuring that no alterations occur.</a:t>
          </a:r>
        </a:p>
      </dgm:t>
    </dgm:pt>
    <dgm:pt modelId="{C66228A2-6D97-4A62-A804-D21573F20120}" type="parTrans" cxnId="{FB9690BD-E128-440C-9D43-FB148AA53153}">
      <dgm:prSet/>
      <dgm:spPr/>
      <dgm:t>
        <a:bodyPr/>
        <a:lstStyle/>
        <a:p>
          <a:endParaRPr lang="en-US"/>
        </a:p>
      </dgm:t>
    </dgm:pt>
    <dgm:pt modelId="{87D58D9B-A6E8-44D0-AA65-A758FE25B2BB}" type="sibTrans" cxnId="{FB9690BD-E128-440C-9D43-FB148AA53153}">
      <dgm:prSet/>
      <dgm:spPr/>
      <dgm:t>
        <a:bodyPr/>
        <a:lstStyle/>
        <a:p>
          <a:endParaRPr lang="en-US"/>
        </a:p>
      </dgm:t>
    </dgm:pt>
    <dgm:pt modelId="{50FBEBEA-BBE6-4E77-90AB-6187AF3CEF09}">
      <dgm:prSet/>
      <dgm:spPr/>
      <dgm:t>
        <a:bodyPr/>
        <a:lstStyle/>
        <a:p>
          <a:r>
            <a:rPr lang="en-US"/>
            <a:t>Creating</a:t>
          </a:r>
        </a:p>
      </dgm:t>
    </dgm:pt>
    <dgm:pt modelId="{94A2F5B7-4F13-445F-8BAF-8FA5AF5C7799}" type="parTrans" cxnId="{62059276-C8FD-4C34-9E6D-6EC47A4B8F3A}">
      <dgm:prSet/>
      <dgm:spPr/>
      <dgm:t>
        <a:bodyPr/>
        <a:lstStyle/>
        <a:p>
          <a:endParaRPr lang="en-US"/>
        </a:p>
      </dgm:t>
    </dgm:pt>
    <dgm:pt modelId="{CE6FA8E6-A149-462F-B733-13F6A9B694F6}" type="sibTrans" cxnId="{62059276-C8FD-4C34-9E6D-6EC47A4B8F3A}">
      <dgm:prSet/>
      <dgm:spPr/>
      <dgm:t>
        <a:bodyPr/>
        <a:lstStyle/>
        <a:p>
          <a:endParaRPr lang="en-US"/>
        </a:p>
      </dgm:t>
    </dgm:pt>
    <dgm:pt modelId="{FFCC519F-4858-4CBF-BED5-F3CC5F64B69C}">
      <dgm:prSet/>
      <dgm:spPr/>
      <dgm:t>
        <a:bodyPr/>
        <a:lstStyle/>
        <a:p>
          <a:r>
            <a:rPr lang="en-US"/>
            <a:t>Creating Forensic Images: Making bit-for-bit copies of digital media to preserve the original data. This is crucial to prevent data loss or corruption.</a:t>
          </a:r>
        </a:p>
      </dgm:t>
    </dgm:pt>
    <dgm:pt modelId="{3116AF03-A9E0-4E11-936A-E06C78419FB1}" type="parTrans" cxnId="{3D41C680-AE28-41AF-8A1D-67DA1B37A98A}">
      <dgm:prSet/>
      <dgm:spPr/>
      <dgm:t>
        <a:bodyPr/>
        <a:lstStyle/>
        <a:p>
          <a:endParaRPr lang="en-US"/>
        </a:p>
      </dgm:t>
    </dgm:pt>
    <dgm:pt modelId="{B7159B63-E54A-47F3-BDEA-BC022ED1ADCB}" type="sibTrans" cxnId="{3D41C680-AE28-41AF-8A1D-67DA1B37A98A}">
      <dgm:prSet/>
      <dgm:spPr/>
      <dgm:t>
        <a:bodyPr/>
        <a:lstStyle/>
        <a:p>
          <a:endParaRPr lang="en-US"/>
        </a:p>
      </dgm:t>
    </dgm:pt>
    <dgm:pt modelId="{E649226E-656E-4D2F-A257-C7B5A81A1F6C}">
      <dgm:prSet/>
      <dgm:spPr/>
      <dgm:t>
        <a:bodyPr/>
        <a:lstStyle/>
        <a:p>
          <a:r>
            <a:rPr lang="en-US"/>
            <a:t>Documenting</a:t>
          </a:r>
        </a:p>
      </dgm:t>
    </dgm:pt>
    <dgm:pt modelId="{8B69A676-D4B4-4C77-9A32-7939B5008857}" type="parTrans" cxnId="{DC760474-D65D-48A4-904E-C0EC3E87AD6E}">
      <dgm:prSet/>
      <dgm:spPr/>
      <dgm:t>
        <a:bodyPr/>
        <a:lstStyle/>
        <a:p>
          <a:endParaRPr lang="en-US"/>
        </a:p>
      </dgm:t>
    </dgm:pt>
    <dgm:pt modelId="{852B0AD1-39C5-4A74-A310-D5C1954B61B9}" type="sibTrans" cxnId="{DC760474-D65D-48A4-904E-C0EC3E87AD6E}">
      <dgm:prSet/>
      <dgm:spPr/>
      <dgm:t>
        <a:bodyPr/>
        <a:lstStyle/>
        <a:p>
          <a:endParaRPr lang="en-US"/>
        </a:p>
      </dgm:t>
    </dgm:pt>
    <dgm:pt modelId="{1D9EA4EE-91DE-42A7-951B-0E0A488E1AE9}">
      <dgm:prSet/>
      <dgm:spPr/>
      <dgm:t>
        <a:bodyPr/>
        <a:lstStyle/>
        <a:p>
          <a:r>
            <a:rPr lang="en-US"/>
            <a:t>Documenting the Process: Keeping detailed records of the collection process, including the time, date, and individuals involved.</a:t>
          </a:r>
        </a:p>
      </dgm:t>
    </dgm:pt>
    <dgm:pt modelId="{79BB3600-B1C1-4495-806A-731E03893CEB}" type="parTrans" cxnId="{8AD289C4-34D4-40BE-BB8F-697410D0473B}">
      <dgm:prSet/>
      <dgm:spPr/>
      <dgm:t>
        <a:bodyPr/>
        <a:lstStyle/>
        <a:p>
          <a:endParaRPr lang="en-US"/>
        </a:p>
      </dgm:t>
    </dgm:pt>
    <dgm:pt modelId="{087D716B-E728-4A8E-A497-F77FB55A78D5}" type="sibTrans" cxnId="{8AD289C4-34D4-40BE-BB8F-697410D0473B}">
      <dgm:prSet/>
      <dgm:spPr/>
      <dgm:t>
        <a:bodyPr/>
        <a:lstStyle/>
        <a:p>
          <a:endParaRPr lang="en-US"/>
        </a:p>
      </dgm:t>
    </dgm:pt>
    <dgm:pt modelId="{42EE5D78-B15A-4EEF-8821-C506F8493832}" type="pres">
      <dgm:prSet presAssocID="{20942E45-EF8F-49B7-A252-D85D2C1B5AF0}" presName="Name0" presStyleCnt="0">
        <dgm:presLayoutVars>
          <dgm:dir/>
          <dgm:animLvl val="lvl"/>
          <dgm:resizeHandles val="exact"/>
        </dgm:presLayoutVars>
      </dgm:prSet>
      <dgm:spPr/>
    </dgm:pt>
    <dgm:pt modelId="{E6326497-69E3-42FB-9332-E9A9F357B8B5}" type="pres">
      <dgm:prSet presAssocID="{9F17B021-8DDF-413E-A9A3-40204D2AB23A}" presName="linNode" presStyleCnt="0"/>
      <dgm:spPr/>
    </dgm:pt>
    <dgm:pt modelId="{B524E285-AC0B-4EE1-B1DC-801E1EFE039B}" type="pres">
      <dgm:prSet presAssocID="{9F17B021-8DDF-413E-A9A3-40204D2AB23A}" presName="parentText" presStyleLbl="alignNode1" presStyleIdx="0" presStyleCnt="3">
        <dgm:presLayoutVars>
          <dgm:chMax val="1"/>
          <dgm:bulletEnabled/>
        </dgm:presLayoutVars>
      </dgm:prSet>
      <dgm:spPr/>
    </dgm:pt>
    <dgm:pt modelId="{F281BDF6-29AC-4C16-B391-16D1CB2EB231}" type="pres">
      <dgm:prSet presAssocID="{9F17B021-8DDF-413E-A9A3-40204D2AB23A}" presName="descendantText" presStyleLbl="alignAccFollowNode1" presStyleIdx="0" presStyleCnt="3">
        <dgm:presLayoutVars>
          <dgm:bulletEnabled/>
        </dgm:presLayoutVars>
      </dgm:prSet>
      <dgm:spPr/>
    </dgm:pt>
    <dgm:pt modelId="{71B7B039-D4FF-489E-B18E-3A665F42767C}" type="pres">
      <dgm:prSet presAssocID="{5FBAD9C2-4525-4C4C-9D29-170DE7F6EF7D}" presName="sp" presStyleCnt="0"/>
      <dgm:spPr/>
    </dgm:pt>
    <dgm:pt modelId="{424D835A-080A-49C1-9044-3E18758970B4}" type="pres">
      <dgm:prSet presAssocID="{50FBEBEA-BBE6-4E77-90AB-6187AF3CEF09}" presName="linNode" presStyleCnt="0"/>
      <dgm:spPr/>
    </dgm:pt>
    <dgm:pt modelId="{454CEDBB-4B5A-4F59-B38B-FDF1FF97D054}" type="pres">
      <dgm:prSet presAssocID="{50FBEBEA-BBE6-4E77-90AB-6187AF3CEF09}" presName="parentText" presStyleLbl="alignNode1" presStyleIdx="1" presStyleCnt="3">
        <dgm:presLayoutVars>
          <dgm:chMax val="1"/>
          <dgm:bulletEnabled/>
        </dgm:presLayoutVars>
      </dgm:prSet>
      <dgm:spPr/>
    </dgm:pt>
    <dgm:pt modelId="{367D8D54-9DD7-4ADF-9BC6-C3E349485618}" type="pres">
      <dgm:prSet presAssocID="{50FBEBEA-BBE6-4E77-90AB-6187AF3CEF09}" presName="descendantText" presStyleLbl="alignAccFollowNode1" presStyleIdx="1" presStyleCnt="3">
        <dgm:presLayoutVars>
          <dgm:bulletEnabled/>
        </dgm:presLayoutVars>
      </dgm:prSet>
      <dgm:spPr/>
    </dgm:pt>
    <dgm:pt modelId="{C78BD722-2121-4436-9D98-DB12614BB0B8}" type="pres">
      <dgm:prSet presAssocID="{CE6FA8E6-A149-462F-B733-13F6A9B694F6}" presName="sp" presStyleCnt="0"/>
      <dgm:spPr/>
    </dgm:pt>
    <dgm:pt modelId="{9A99EB64-0632-472F-9113-85D05B1C3048}" type="pres">
      <dgm:prSet presAssocID="{E649226E-656E-4D2F-A257-C7B5A81A1F6C}" presName="linNode" presStyleCnt="0"/>
      <dgm:spPr/>
    </dgm:pt>
    <dgm:pt modelId="{15265BDA-5C37-4C75-9DC8-4AF18542957A}" type="pres">
      <dgm:prSet presAssocID="{E649226E-656E-4D2F-A257-C7B5A81A1F6C}" presName="parentText" presStyleLbl="alignNode1" presStyleIdx="2" presStyleCnt="3">
        <dgm:presLayoutVars>
          <dgm:chMax val="1"/>
          <dgm:bulletEnabled/>
        </dgm:presLayoutVars>
      </dgm:prSet>
      <dgm:spPr/>
    </dgm:pt>
    <dgm:pt modelId="{9E15015F-09DF-4787-BA00-57B2CB7F87D9}" type="pres">
      <dgm:prSet presAssocID="{E649226E-656E-4D2F-A257-C7B5A81A1F6C}" presName="descendantText" presStyleLbl="alignAccFollowNode1" presStyleIdx="2" presStyleCnt="3">
        <dgm:presLayoutVars>
          <dgm:bulletEnabled/>
        </dgm:presLayoutVars>
      </dgm:prSet>
      <dgm:spPr/>
    </dgm:pt>
  </dgm:ptLst>
  <dgm:cxnLst>
    <dgm:cxn modelId="{CD8D152B-DEE6-417D-94E8-9846FC684BC4}" type="presOf" srcId="{FDD5FC22-B55B-498D-8AC1-FA864F3AC684}" destId="{F281BDF6-29AC-4C16-B391-16D1CB2EB231}" srcOrd="0" destOrd="0" presId="urn:microsoft.com/office/officeart/2016/7/layout/VerticalSolidActionList"/>
    <dgm:cxn modelId="{5BBAC62E-AA98-4393-9972-3100DF2C4B01}" type="presOf" srcId="{9F17B021-8DDF-413E-A9A3-40204D2AB23A}" destId="{B524E285-AC0B-4EE1-B1DC-801E1EFE039B}" srcOrd="0" destOrd="0" presId="urn:microsoft.com/office/officeart/2016/7/layout/VerticalSolidActionList"/>
    <dgm:cxn modelId="{36475F43-35BC-485C-BF4F-2A96B11CC8B3}" type="presOf" srcId="{50FBEBEA-BBE6-4E77-90AB-6187AF3CEF09}" destId="{454CEDBB-4B5A-4F59-B38B-FDF1FF97D054}" srcOrd="0" destOrd="0" presId="urn:microsoft.com/office/officeart/2016/7/layout/VerticalSolidActionList"/>
    <dgm:cxn modelId="{DC760474-D65D-48A4-904E-C0EC3E87AD6E}" srcId="{20942E45-EF8F-49B7-A252-D85D2C1B5AF0}" destId="{E649226E-656E-4D2F-A257-C7B5A81A1F6C}" srcOrd="2" destOrd="0" parTransId="{8B69A676-D4B4-4C77-9A32-7939B5008857}" sibTransId="{852B0AD1-39C5-4A74-A310-D5C1954B61B9}"/>
    <dgm:cxn modelId="{62059276-C8FD-4C34-9E6D-6EC47A4B8F3A}" srcId="{20942E45-EF8F-49B7-A252-D85D2C1B5AF0}" destId="{50FBEBEA-BBE6-4E77-90AB-6187AF3CEF09}" srcOrd="1" destOrd="0" parTransId="{94A2F5B7-4F13-445F-8BAF-8FA5AF5C7799}" sibTransId="{CE6FA8E6-A149-462F-B733-13F6A9B694F6}"/>
    <dgm:cxn modelId="{CA00C958-DDC6-40CE-B026-B25BCAEBEB6E}" type="presOf" srcId="{FFCC519F-4858-4CBF-BED5-F3CC5F64B69C}" destId="{367D8D54-9DD7-4ADF-9BC6-C3E349485618}" srcOrd="0" destOrd="0" presId="urn:microsoft.com/office/officeart/2016/7/layout/VerticalSolidActionList"/>
    <dgm:cxn modelId="{3D41C680-AE28-41AF-8A1D-67DA1B37A98A}" srcId="{50FBEBEA-BBE6-4E77-90AB-6187AF3CEF09}" destId="{FFCC519F-4858-4CBF-BED5-F3CC5F64B69C}" srcOrd="0" destOrd="0" parTransId="{3116AF03-A9E0-4E11-936A-E06C78419FB1}" sibTransId="{B7159B63-E54A-47F3-BDEA-BC022ED1ADCB}"/>
    <dgm:cxn modelId="{257D4DBA-9FE9-4B74-9E55-5D5E4694B8F6}" type="presOf" srcId="{20942E45-EF8F-49B7-A252-D85D2C1B5AF0}" destId="{42EE5D78-B15A-4EEF-8821-C506F8493832}" srcOrd="0" destOrd="0" presId="urn:microsoft.com/office/officeart/2016/7/layout/VerticalSolidActionList"/>
    <dgm:cxn modelId="{FB9690BD-E128-440C-9D43-FB148AA53153}" srcId="{9F17B021-8DDF-413E-A9A3-40204D2AB23A}" destId="{FDD5FC22-B55B-498D-8AC1-FA864F3AC684}" srcOrd="0" destOrd="0" parTransId="{C66228A2-6D97-4A62-A804-D21573F20120}" sibTransId="{87D58D9B-A6E8-44D0-AA65-A758FE25B2BB}"/>
    <dgm:cxn modelId="{DC1EF6BF-2841-448A-9382-30531103B132}" type="presOf" srcId="{1D9EA4EE-91DE-42A7-951B-0E0A488E1AE9}" destId="{9E15015F-09DF-4787-BA00-57B2CB7F87D9}" srcOrd="0" destOrd="0" presId="urn:microsoft.com/office/officeart/2016/7/layout/VerticalSolidActionList"/>
    <dgm:cxn modelId="{8AD289C4-34D4-40BE-BB8F-697410D0473B}" srcId="{E649226E-656E-4D2F-A257-C7B5A81A1F6C}" destId="{1D9EA4EE-91DE-42A7-951B-0E0A488E1AE9}" srcOrd="0" destOrd="0" parTransId="{79BB3600-B1C1-4495-806A-731E03893CEB}" sibTransId="{087D716B-E728-4A8E-A497-F77FB55A78D5}"/>
    <dgm:cxn modelId="{477925E3-264D-4E1F-809B-D177EC736FA9}" srcId="{20942E45-EF8F-49B7-A252-D85D2C1B5AF0}" destId="{9F17B021-8DDF-413E-A9A3-40204D2AB23A}" srcOrd="0" destOrd="0" parTransId="{E6D605C3-FDA2-4FD6-B822-F42ED3A08000}" sibTransId="{5FBAD9C2-4525-4C4C-9D29-170DE7F6EF7D}"/>
    <dgm:cxn modelId="{E28A40F7-8312-4907-AA99-A45C59446EFD}" type="presOf" srcId="{E649226E-656E-4D2F-A257-C7B5A81A1F6C}" destId="{15265BDA-5C37-4C75-9DC8-4AF18542957A}" srcOrd="0" destOrd="0" presId="urn:microsoft.com/office/officeart/2016/7/layout/VerticalSolidActionList"/>
    <dgm:cxn modelId="{F8B42DC2-2252-4B55-9D08-BB9C2B5CADC4}" type="presParOf" srcId="{42EE5D78-B15A-4EEF-8821-C506F8493832}" destId="{E6326497-69E3-42FB-9332-E9A9F357B8B5}" srcOrd="0" destOrd="0" presId="urn:microsoft.com/office/officeart/2016/7/layout/VerticalSolidActionList"/>
    <dgm:cxn modelId="{B6C6F4FA-57B8-4CA6-BEBF-51A0BDAC3499}" type="presParOf" srcId="{E6326497-69E3-42FB-9332-E9A9F357B8B5}" destId="{B524E285-AC0B-4EE1-B1DC-801E1EFE039B}" srcOrd="0" destOrd="0" presId="urn:microsoft.com/office/officeart/2016/7/layout/VerticalSolidActionList"/>
    <dgm:cxn modelId="{474F17ED-BC90-4969-AA55-C87F106F5BF0}" type="presParOf" srcId="{E6326497-69E3-42FB-9332-E9A9F357B8B5}" destId="{F281BDF6-29AC-4C16-B391-16D1CB2EB231}" srcOrd="1" destOrd="0" presId="urn:microsoft.com/office/officeart/2016/7/layout/VerticalSolidActionList"/>
    <dgm:cxn modelId="{105CCAB0-62A5-4761-91CE-2725D68CC645}" type="presParOf" srcId="{42EE5D78-B15A-4EEF-8821-C506F8493832}" destId="{71B7B039-D4FF-489E-B18E-3A665F42767C}" srcOrd="1" destOrd="0" presId="urn:microsoft.com/office/officeart/2016/7/layout/VerticalSolidActionList"/>
    <dgm:cxn modelId="{E294D609-2FA8-4683-A301-E55623246C0D}" type="presParOf" srcId="{42EE5D78-B15A-4EEF-8821-C506F8493832}" destId="{424D835A-080A-49C1-9044-3E18758970B4}" srcOrd="2" destOrd="0" presId="urn:microsoft.com/office/officeart/2016/7/layout/VerticalSolidActionList"/>
    <dgm:cxn modelId="{72FA4F9A-616E-4DFC-83C7-8D061DF50978}" type="presParOf" srcId="{424D835A-080A-49C1-9044-3E18758970B4}" destId="{454CEDBB-4B5A-4F59-B38B-FDF1FF97D054}" srcOrd="0" destOrd="0" presId="urn:microsoft.com/office/officeart/2016/7/layout/VerticalSolidActionList"/>
    <dgm:cxn modelId="{511ED21F-3A07-4ACD-BCA9-7B4571AC8DF8}" type="presParOf" srcId="{424D835A-080A-49C1-9044-3E18758970B4}" destId="{367D8D54-9DD7-4ADF-9BC6-C3E349485618}" srcOrd="1" destOrd="0" presId="urn:microsoft.com/office/officeart/2016/7/layout/VerticalSolidActionList"/>
    <dgm:cxn modelId="{3E456EA2-EC1C-4516-8192-8467E0E995CB}" type="presParOf" srcId="{42EE5D78-B15A-4EEF-8821-C506F8493832}" destId="{C78BD722-2121-4436-9D98-DB12614BB0B8}" srcOrd="3" destOrd="0" presId="urn:microsoft.com/office/officeart/2016/7/layout/VerticalSolidActionList"/>
    <dgm:cxn modelId="{8FE4A889-24F2-40C4-850B-4C8820199F71}" type="presParOf" srcId="{42EE5D78-B15A-4EEF-8821-C506F8493832}" destId="{9A99EB64-0632-472F-9113-85D05B1C3048}" srcOrd="4" destOrd="0" presId="urn:microsoft.com/office/officeart/2016/7/layout/VerticalSolidActionList"/>
    <dgm:cxn modelId="{E1C55FE8-0D3A-454D-9209-5FF00C70647F}" type="presParOf" srcId="{9A99EB64-0632-472F-9113-85D05B1C3048}" destId="{15265BDA-5C37-4C75-9DC8-4AF18542957A}" srcOrd="0" destOrd="0" presId="urn:microsoft.com/office/officeart/2016/7/layout/VerticalSolidActionList"/>
    <dgm:cxn modelId="{1122E833-AF86-4EDA-9CB4-FB25C1D36D98}" type="presParOf" srcId="{9A99EB64-0632-472F-9113-85D05B1C3048}" destId="{9E15015F-09DF-4787-BA00-57B2CB7F87D9}"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8D4677F-1048-41A3-B0F9-72222793813A}"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E867B891-AC22-469A-A28C-0919334AA9D8}">
      <dgm:prSet/>
      <dgm:spPr/>
      <dgm:t>
        <a:bodyPr/>
        <a:lstStyle/>
        <a:p>
          <a:r>
            <a:rPr lang="en-IN" b="1"/>
            <a:t>Secure Storage</a:t>
          </a:r>
          <a:r>
            <a:rPr lang="en-IN"/>
            <a:t>: Storing evidence in a controlled environment to prevent unauthorized access or damage.</a:t>
          </a:r>
          <a:endParaRPr lang="en-US"/>
        </a:p>
      </dgm:t>
    </dgm:pt>
    <dgm:pt modelId="{BC3B9CF2-01AD-4F05-B723-A7E54D0297EB}" type="parTrans" cxnId="{43647F14-0882-4F82-815B-ABB397E8C9E0}">
      <dgm:prSet/>
      <dgm:spPr/>
      <dgm:t>
        <a:bodyPr/>
        <a:lstStyle/>
        <a:p>
          <a:endParaRPr lang="en-US"/>
        </a:p>
      </dgm:t>
    </dgm:pt>
    <dgm:pt modelId="{7507314B-29E4-41C3-8E6C-847940FF9F14}" type="sibTrans" cxnId="{43647F14-0882-4F82-815B-ABB397E8C9E0}">
      <dgm:prSet/>
      <dgm:spPr/>
      <dgm:t>
        <a:bodyPr/>
        <a:lstStyle/>
        <a:p>
          <a:endParaRPr lang="en-US"/>
        </a:p>
      </dgm:t>
    </dgm:pt>
    <dgm:pt modelId="{28EF9F55-01BD-47F4-8EB0-73F723043A72}">
      <dgm:prSet/>
      <dgm:spPr/>
      <dgm:t>
        <a:bodyPr/>
        <a:lstStyle/>
        <a:p>
          <a:r>
            <a:rPr lang="en-IN" b="1"/>
            <a:t>Chain of Custody</a:t>
          </a:r>
          <a:r>
            <a:rPr lang="en-IN"/>
            <a:t>: Maintaining a documented trail of who handled the evidence and when, ensuring that it can be verified in court.</a:t>
          </a:r>
          <a:endParaRPr lang="en-US"/>
        </a:p>
      </dgm:t>
    </dgm:pt>
    <dgm:pt modelId="{83DFACE1-CF79-4CA1-A202-1574617822FD}" type="parTrans" cxnId="{1DE74CBD-FC92-4C99-BF5B-B37B8A384ACF}">
      <dgm:prSet/>
      <dgm:spPr/>
      <dgm:t>
        <a:bodyPr/>
        <a:lstStyle/>
        <a:p>
          <a:endParaRPr lang="en-US"/>
        </a:p>
      </dgm:t>
    </dgm:pt>
    <dgm:pt modelId="{AA0939BA-058D-4362-9079-BA1DB889161B}" type="sibTrans" cxnId="{1DE74CBD-FC92-4C99-BF5B-B37B8A384ACF}">
      <dgm:prSet/>
      <dgm:spPr/>
      <dgm:t>
        <a:bodyPr/>
        <a:lstStyle/>
        <a:p>
          <a:endParaRPr lang="en-US"/>
        </a:p>
      </dgm:t>
    </dgm:pt>
    <dgm:pt modelId="{4C21DD25-12E7-4A9C-B270-44AFAD037220}">
      <dgm:prSet/>
      <dgm:spPr/>
      <dgm:t>
        <a:bodyPr/>
        <a:lstStyle/>
        <a:p>
          <a:r>
            <a:rPr lang="en-IN"/>
            <a:t>Proper handling of digital evidence during storage and transportation is vital to maintaining its integrity. This phase involves:</a:t>
          </a:r>
          <a:endParaRPr lang="en-US"/>
        </a:p>
      </dgm:t>
    </dgm:pt>
    <dgm:pt modelId="{799F7031-7ED5-4E82-B2CE-C15B1C2C696B}" type="sibTrans" cxnId="{4A14DB6B-1338-429D-920B-D0D282C848E1}">
      <dgm:prSet/>
      <dgm:spPr/>
      <dgm:t>
        <a:bodyPr/>
        <a:lstStyle/>
        <a:p>
          <a:endParaRPr lang="en-US"/>
        </a:p>
      </dgm:t>
    </dgm:pt>
    <dgm:pt modelId="{E9637607-B836-4363-B6A3-52FFF7FCF069}" type="parTrans" cxnId="{4A14DB6B-1338-429D-920B-D0D282C848E1}">
      <dgm:prSet/>
      <dgm:spPr/>
      <dgm:t>
        <a:bodyPr/>
        <a:lstStyle/>
        <a:p>
          <a:endParaRPr lang="en-US"/>
        </a:p>
      </dgm:t>
    </dgm:pt>
    <dgm:pt modelId="{7C6C91DB-603A-4D4E-A3A3-B67AD7E42F1D}" type="pres">
      <dgm:prSet presAssocID="{F8D4677F-1048-41A3-B0F9-72222793813A}" presName="vert0" presStyleCnt="0">
        <dgm:presLayoutVars>
          <dgm:dir/>
          <dgm:animOne val="branch"/>
          <dgm:animLvl val="lvl"/>
        </dgm:presLayoutVars>
      </dgm:prSet>
      <dgm:spPr/>
    </dgm:pt>
    <dgm:pt modelId="{A6832638-B6E7-4BEA-8902-CA96B8DD0DCA}" type="pres">
      <dgm:prSet presAssocID="{4C21DD25-12E7-4A9C-B270-44AFAD037220}" presName="thickLine" presStyleLbl="alignNode1" presStyleIdx="0" presStyleCnt="3"/>
      <dgm:spPr/>
    </dgm:pt>
    <dgm:pt modelId="{3577E090-4D60-4E96-90C3-274136F0D708}" type="pres">
      <dgm:prSet presAssocID="{4C21DD25-12E7-4A9C-B270-44AFAD037220}" presName="horz1" presStyleCnt="0"/>
      <dgm:spPr/>
    </dgm:pt>
    <dgm:pt modelId="{5BEE91FB-B97E-43EB-8CBE-6F61AACDB659}" type="pres">
      <dgm:prSet presAssocID="{4C21DD25-12E7-4A9C-B270-44AFAD037220}" presName="tx1" presStyleLbl="revTx" presStyleIdx="0" presStyleCnt="3"/>
      <dgm:spPr/>
    </dgm:pt>
    <dgm:pt modelId="{3F473BCA-6F5D-4909-8E26-33F8D0800B8A}" type="pres">
      <dgm:prSet presAssocID="{4C21DD25-12E7-4A9C-B270-44AFAD037220}" presName="vert1" presStyleCnt="0"/>
      <dgm:spPr/>
    </dgm:pt>
    <dgm:pt modelId="{7B150609-A9E7-42D9-93F4-55E40CEDE02C}" type="pres">
      <dgm:prSet presAssocID="{E867B891-AC22-469A-A28C-0919334AA9D8}" presName="thickLine" presStyleLbl="alignNode1" presStyleIdx="1" presStyleCnt="3"/>
      <dgm:spPr/>
    </dgm:pt>
    <dgm:pt modelId="{0F264D55-B018-4EAB-BFF5-783189107FF1}" type="pres">
      <dgm:prSet presAssocID="{E867B891-AC22-469A-A28C-0919334AA9D8}" presName="horz1" presStyleCnt="0"/>
      <dgm:spPr/>
    </dgm:pt>
    <dgm:pt modelId="{CE91DF56-67BC-409A-B549-B113033D4FD4}" type="pres">
      <dgm:prSet presAssocID="{E867B891-AC22-469A-A28C-0919334AA9D8}" presName="tx1" presStyleLbl="revTx" presStyleIdx="1" presStyleCnt="3"/>
      <dgm:spPr/>
    </dgm:pt>
    <dgm:pt modelId="{ADF21612-F9FF-4236-84B6-41FB8F171392}" type="pres">
      <dgm:prSet presAssocID="{E867B891-AC22-469A-A28C-0919334AA9D8}" presName="vert1" presStyleCnt="0"/>
      <dgm:spPr/>
    </dgm:pt>
    <dgm:pt modelId="{88BD7F2B-B351-4741-9CB1-23995062F750}" type="pres">
      <dgm:prSet presAssocID="{28EF9F55-01BD-47F4-8EB0-73F723043A72}" presName="thickLine" presStyleLbl="alignNode1" presStyleIdx="2" presStyleCnt="3"/>
      <dgm:spPr/>
    </dgm:pt>
    <dgm:pt modelId="{FF800311-6AF0-4BCB-96B0-FFA6F088CFF7}" type="pres">
      <dgm:prSet presAssocID="{28EF9F55-01BD-47F4-8EB0-73F723043A72}" presName="horz1" presStyleCnt="0"/>
      <dgm:spPr/>
    </dgm:pt>
    <dgm:pt modelId="{F79CD32A-DD57-4C55-9614-5DA54AF40853}" type="pres">
      <dgm:prSet presAssocID="{28EF9F55-01BD-47F4-8EB0-73F723043A72}" presName="tx1" presStyleLbl="revTx" presStyleIdx="2" presStyleCnt="3"/>
      <dgm:spPr/>
    </dgm:pt>
    <dgm:pt modelId="{C0D89EAD-8E26-41FA-A96A-0C2E4BBCCAFF}" type="pres">
      <dgm:prSet presAssocID="{28EF9F55-01BD-47F4-8EB0-73F723043A72}" presName="vert1" presStyleCnt="0"/>
      <dgm:spPr/>
    </dgm:pt>
  </dgm:ptLst>
  <dgm:cxnLst>
    <dgm:cxn modelId="{43647F14-0882-4F82-815B-ABB397E8C9E0}" srcId="{F8D4677F-1048-41A3-B0F9-72222793813A}" destId="{E867B891-AC22-469A-A28C-0919334AA9D8}" srcOrd="1" destOrd="0" parTransId="{BC3B9CF2-01AD-4F05-B723-A7E54D0297EB}" sibTransId="{7507314B-29E4-41C3-8E6C-847940FF9F14}"/>
    <dgm:cxn modelId="{A58DE134-A6A5-4EFE-971A-CB72E9869699}" type="presOf" srcId="{28EF9F55-01BD-47F4-8EB0-73F723043A72}" destId="{F79CD32A-DD57-4C55-9614-5DA54AF40853}" srcOrd="0" destOrd="0" presId="urn:microsoft.com/office/officeart/2008/layout/LinedList"/>
    <dgm:cxn modelId="{53C5B869-EA57-49B1-A579-FC09B49D5304}" type="presOf" srcId="{4C21DD25-12E7-4A9C-B270-44AFAD037220}" destId="{5BEE91FB-B97E-43EB-8CBE-6F61AACDB659}" srcOrd="0" destOrd="0" presId="urn:microsoft.com/office/officeart/2008/layout/LinedList"/>
    <dgm:cxn modelId="{7188D16A-7DAC-4E04-9991-D48F7B1D3DC6}" type="presOf" srcId="{E867B891-AC22-469A-A28C-0919334AA9D8}" destId="{CE91DF56-67BC-409A-B549-B113033D4FD4}" srcOrd="0" destOrd="0" presId="urn:microsoft.com/office/officeart/2008/layout/LinedList"/>
    <dgm:cxn modelId="{4A14DB6B-1338-429D-920B-D0D282C848E1}" srcId="{F8D4677F-1048-41A3-B0F9-72222793813A}" destId="{4C21DD25-12E7-4A9C-B270-44AFAD037220}" srcOrd="0" destOrd="0" parTransId="{E9637607-B836-4363-B6A3-52FFF7FCF069}" sibTransId="{799F7031-7ED5-4E82-B2CE-C15B1C2C696B}"/>
    <dgm:cxn modelId="{65EE837E-6649-4B07-89DB-55BAEB8767FE}" type="presOf" srcId="{F8D4677F-1048-41A3-B0F9-72222793813A}" destId="{7C6C91DB-603A-4D4E-A3A3-B67AD7E42F1D}" srcOrd="0" destOrd="0" presId="urn:microsoft.com/office/officeart/2008/layout/LinedList"/>
    <dgm:cxn modelId="{1DE74CBD-FC92-4C99-BF5B-B37B8A384ACF}" srcId="{F8D4677F-1048-41A3-B0F9-72222793813A}" destId="{28EF9F55-01BD-47F4-8EB0-73F723043A72}" srcOrd="2" destOrd="0" parTransId="{83DFACE1-CF79-4CA1-A202-1574617822FD}" sibTransId="{AA0939BA-058D-4362-9079-BA1DB889161B}"/>
    <dgm:cxn modelId="{9BAD202B-B2F0-40EC-9E94-2E0BE158FC16}" type="presParOf" srcId="{7C6C91DB-603A-4D4E-A3A3-B67AD7E42F1D}" destId="{A6832638-B6E7-4BEA-8902-CA96B8DD0DCA}" srcOrd="0" destOrd="0" presId="urn:microsoft.com/office/officeart/2008/layout/LinedList"/>
    <dgm:cxn modelId="{4A127860-E11D-4D58-B40A-592C5EDE92B1}" type="presParOf" srcId="{7C6C91DB-603A-4D4E-A3A3-B67AD7E42F1D}" destId="{3577E090-4D60-4E96-90C3-274136F0D708}" srcOrd="1" destOrd="0" presId="urn:microsoft.com/office/officeart/2008/layout/LinedList"/>
    <dgm:cxn modelId="{200747D3-5F46-466F-8DF2-AFAA0232E7ED}" type="presParOf" srcId="{3577E090-4D60-4E96-90C3-274136F0D708}" destId="{5BEE91FB-B97E-43EB-8CBE-6F61AACDB659}" srcOrd="0" destOrd="0" presId="urn:microsoft.com/office/officeart/2008/layout/LinedList"/>
    <dgm:cxn modelId="{B9EE1B36-DF53-47E1-ADB9-0E27CFBEAED7}" type="presParOf" srcId="{3577E090-4D60-4E96-90C3-274136F0D708}" destId="{3F473BCA-6F5D-4909-8E26-33F8D0800B8A}" srcOrd="1" destOrd="0" presId="urn:microsoft.com/office/officeart/2008/layout/LinedList"/>
    <dgm:cxn modelId="{9A4ADAAD-B0CE-45E7-8A52-7DAD32AAEF52}" type="presParOf" srcId="{7C6C91DB-603A-4D4E-A3A3-B67AD7E42F1D}" destId="{7B150609-A9E7-42D9-93F4-55E40CEDE02C}" srcOrd="2" destOrd="0" presId="urn:microsoft.com/office/officeart/2008/layout/LinedList"/>
    <dgm:cxn modelId="{897827A5-5E7F-4BE5-8684-CCF75E8C0F1C}" type="presParOf" srcId="{7C6C91DB-603A-4D4E-A3A3-B67AD7E42F1D}" destId="{0F264D55-B018-4EAB-BFF5-783189107FF1}" srcOrd="3" destOrd="0" presId="urn:microsoft.com/office/officeart/2008/layout/LinedList"/>
    <dgm:cxn modelId="{4C2A53BE-FA79-419B-A4F8-FEDFEFE2D4AD}" type="presParOf" srcId="{0F264D55-B018-4EAB-BFF5-783189107FF1}" destId="{CE91DF56-67BC-409A-B549-B113033D4FD4}" srcOrd="0" destOrd="0" presId="urn:microsoft.com/office/officeart/2008/layout/LinedList"/>
    <dgm:cxn modelId="{6D19F8FB-2620-44B6-838C-134463D4AD84}" type="presParOf" srcId="{0F264D55-B018-4EAB-BFF5-783189107FF1}" destId="{ADF21612-F9FF-4236-84B6-41FB8F171392}" srcOrd="1" destOrd="0" presId="urn:microsoft.com/office/officeart/2008/layout/LinedList"/>
    <dgm:cxn modelId="{035B99C7-6F9D-4111-9624-4D93B7D72FA8}" type="presParOf" srcId="{7C6C91DB-603A-4D4E-A3A3-B67AD7E42F1D}" destId="{88BD7F2B-B351-4741-9CB1-23995062F750}" srcOrd="4" destOrd="0" presId="urn:microsoft.com/office/officeart/2008/layout/LinedList"/>
    <dgm:cxn modelId="{89A2CB7F-B9D5-4E78-89B5-1E8D8C7FB182}" type="presParOf" srcId="{7C6C91DB-603A-4D4E-A3A3-B67AD7E42F1D}" destId="{FF800311-6AF0-4BCB-96B0-FFA6F088CFF7}" srcOrd="5" destOrd="0" presId="urn:microsoft.com/office/officeart/2008/layout/LinedList"/>
    <dgm:cxn modelId="{D14D9E42-D68E-40C9-A358-6B010DCE0542}" type="presParOf" srcId="{FF800311-6AF0-4BCB-96B0-FFA6F088CFF7}" destId="{F79CD32A-DD57-4C55-9614-5DA54AF40853}" srcOrd="0" destOrd="0" presId="urn:microsoft.com/office/officeart/2008/layout/LinedList"/>
    <dgm:cxn modelId="{503C018F-7F76-4A1E-AC4D-7DDB961571A8}" type="presParOf" srcId="{FF800311-6AF0-4BCB-96B0-FFA6F088CFF7}" destId="{C0D89EAD-8E26-41FA-A96A-0C2E4BBCCAF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9A6AB633-EE60-4E75-B66F-0DA0A523AAD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6BE742B-32C9-4EAF-B8CC-42E65EFC7B26}">
      <dgm:prSet/>
      <dgm:spPr/>
      <dgm:t>
        <a:bodyPr/>
        <a:lstStyle/>
        <a:p>
          <a:pPr>
            <a:lnSpc>
              <a:spcPct val="100000"/>
            </a:lnSpc>
          </a:pPr>
          <a:r>
            <a:rPr lang="en-IN" b="1"/>
            <a:t>Data Recovery</a:t>
          </a:r>
          <a:r>
            <a:rPr lang="en-IN"/>
            <a:t>: Extracting deleted or hidden files and analyzing file systems.</a:t>
          </a:r>
          <a:endParaRPr lang="en-US"/>
        </a:p>
      </dgm:t>
    </dgm:pt>
    <dgm:pt modelId="{39FE9C48-DABF-4E40-A597-F6440784D7E0}" type="parTrans" cxnId="{F2601BA5-1362-4CD4-B0B7-199E0FAF061F}">
      <dgm:prSet/>
      <dgm:spPr/>
      <dgm:t>
        <a:bodyPr/>
        <a:lstStyle/>
        <a:p>
          <a:endParaRPr lang="en-US"/>
        </a:p>
      </dgm:t>
    </dgm:pt>
    <dgm:pt modelId="{6ACB556A-62A9-44DC-84B0-F0124821A395}" type="sibTrans" cxnId="{F2601BA5-1362-4CD4-B0B7-199E0FAF061F}">
      <dgm:prSet/>
      <dgm:spPr/>
      <dgm:t>
        <a:bodyPr/>
        <a:lstStyle/>
        <a:p>
          <a:endParaRPr lang="en-US"/>
        </a:p>
      </dgm:t>
    </dgm:pt>
    <dgm:pt modelId="{9025192A-A938-4EBC-A914-5E4BB6F222FC}">
      <dgm:prSet/>
      <dgm:spPr/>
      <dgm:t>
        <a:bodyPr/>
        <a:lstStyle/>
        <a:p>
          <a:pPr>
            <a:lnSpc>
              <a:spcPct val="100000"/>
            </a:lnSpc>
          </a:pPr>
          <a:r>
            <a:rPr lang="en-IN" b="1"/>
            <a:t>Metadata Analysis</a:t>
          </a:r>
          <a:r>
            <a:rPr lang="en-IN"/>
            <a:t>: Examining metadata to understand file creation, modification dates, and user activity.</a:t>
          </a:r>
          <a:endParaRPr lang="en-US"/>
        </a:p>
      </dgm:t>
    </dgm:pt>
    <dgm:pt modelId="{8735742F-4335-4273-882A-8951033071E7}" type="parTrans" cxnId="{10D711D4-D42F-4B0A-83F3-2857119E6A0C}">
      <dgm:prSet/>
      <dgm:spPr/>
      <dgm:t>
        <a:bodyPr/>
        <a:lstStyle/>
        <a:p>
          <a:endParaRPr lang="en-US"/>
        </a:p>
      </dgm:t>
    </dgm:pt>
    <dgm:pt modelId="{750F6A5A-BAF3-457C-980A-F85255AAD4CE}" type="sibTrans" cxnId="{10D711D4-D42F-4B0A-83F3-2857119E6A0C}">
      <dgm:prSet/>
      <dgm:spPr/>
      <dgm:t>
        <a:bodyPr/>
        <a:lstStyle/>
        <a:p>
          <a:endParaRPr lang="en-US"/>
        </a:p>
      </dgm:t>
    </dgm:pt>
    <dgm:pt modelId="{10ED7F52-77E6-4F4C-BA24-9EEFF7D546D6}">
      <dgm:prSet/>
      <dgm:spPr/>
      <dgm:t>
        <a:bodyPr/>
        <a:lstStyle/>
        <a:p>
          <a:pPr>
            <a:lnSpc>
              <a:spcPct val="100000"/>
            </a:lnSpc>
          </a:pPr>
          <a:r>
            <a:rPr lang="en-IN" b="1"/>
            <a:t>Using Forensic Tools</a:t>
          </a:r>
          <a:r>
            <a:rPr lang="en-IN"/>
            <a:t>: Employing specialized software like EnCase, FTK, and The Sleuth Kit to assist in the analysis.</a:t>
          </a:r>
          <a:endParaRPr lang="en-US"/>
        </a:p>
      </dgm:t>
    </dgm:pt>
    <dgm:pt modelId="{FA6284BC-F04F-49A5-9C7E-CE4987E71C2D}" type="parTrans" cxnId="{D462D7E5-7EDC-48A6-8A76-9FF8CD33917F}">
      <dgm:prSet/>
      <dgm:spPr/>
      <dgm:t>
        <a:bodyPr/>
        <a:lstStyle/>
        <a:p>
          <a:endParaRPr lang="en-US"/>
        </a:p>
      </dgm:t>
    </dgm:pt>
    <dgm:pt modelId="{E7560451-5DBC-4958-A831-DFA87195EC83}" type="sibTrans" cxnId="{D462D7E5-7EDC-48A6-8A76-9FF8CD33917F}">
      <dgm:prSet/>
      <dgm:spPr/>
      <dgm:t>
        <a:bodyPr/>
        <a:lstStyle/>
        <a:p>
          <a:endParaRPr lang="en-US"/>
        </a:p>
      </dgm:t>
    </dgm:pt>
    <dgm:pt modelId="{C30ECDA1-2CF2-48EB-908F-921B0D8B3782}" type="pres">
      <dgm:prSet presAssocID="{9A6AB633-EE60-4E75-B66F-0DA0A523AAD5}" presName="root" presStyleCnt="0">
        <dgm:presLayoutVars>
          <dgm:dir/>
          <dgm:resizeHandles val="exact"/>
        </dgm:presLayoutVars>
      </dgm:prSet>
      <dgm:spPr/>
    </dgm:pt>
    <dgm:pt modelId="{AD504338-6198-4FDF-9664-047C9297DBA0}" type="pres">
      <dgm:prSet presAssocID="{D6BE742B-32C9-4EAF-B8CC-42E65EFC7B26}" presName="compNode" presStyleCnt="0"/>
      <dgm:spPr/>
    </dgm:pt>
    <dgm:pt modelId="{7CD404B3-E69E-4317-AE17-93AFBEA39DD4}" type="pres">
      <dgm:prSet presAssocID="{D6BE742B-32C9-4EAF-B8CC-42E65EFC7B26}" presName="bgRect" presStyleLbl="bgShp" presStyleIdx="0" presStyleCnt="3"/>
      <dgm:spPr/>
    </dgm:pt>
    <dgm:pt modelId="{C32F7EC0-0056-433F-AF87-18452AB8E936}" type="pres">
      <dgm:prSet presAssocID="{D6BE742B-32C9-4EAF-B8CC-42E65EFC7B26}"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hredder"/>
        </a:ext>
      </dgm:extLst>
    </dgm:pt>
    <dgm:pt modelId="{223ADE95-99BE-4F37-846D-C2AF878EF72F}" type="pres">
      <dgm:prSet presAssocID="{D6BE742B-32C9-4EAF-B8CC-42E65EFC7B26}" presName="spaceRect" presStyleCnt="0"/>
      <dgm:spPr/>
    </dgm:pt>
    <dgm:pt modelId="{CF7C2BAE-6F0A-4450-8C4D-5140AABCD52B}" type="pres">
      <dgm:prSet presAssocID="{D6BE742B-32C9-4EAF-B8CC-42E65EFC7B26}" presName="parTx" presStyleLbl="revTx" presStyleIdx="0" presStyleCnt="3">
        <dgm:presLayoutVars>
          <dgm:chMax val="0"/>
          <dgm:chPref val="0"/>
        </dgm:presLayoutVars>
      </dgm:prSet>
      <dgm:spPr/>
    </dgm:pt>
    <dgm:pt modelId="{82003C0B-B0DC-4876-8800-63E4A686D17B}" type="pres">
      <dgm:prSet presAssocID="{6ACB556A-62A9-44DC-84B0-F0124821A395}" presName="sibTrans" presStyleCnt="0"/>
      <dgm:spPr/>
    </dgm:pt>
    <dgm:pt modelId="{AE6D3CD8-AD63-4795-BDA9-6BBB7AA2322D}" type="pres">
      <dgm:prSet presAssocID="{9025192A-A938-4EBC-A914-5E4BB6F222FC}" presName="compNode" presStyleCnt="0"/>
      <dgm:spPr/>
    </dgm:pt>
    <dgm:pt modelId="{502019BA-94A4-4616-A8CB-323CC3A845DF}" type="pres">
      <dgm:prSet presAssocID="{9025192A-A938-4EBC-A914-5E4BB6F222FC}" presName="bgRect" presStyleLbl="bgShp" presStyleIdx="1" presStyleCnt="3"/>
      <dgm:spPr/>
    </dgm:pt>
    <dgm:pt modelId="{92A6DAB1-9767-47BD-A7DF-70AE64B4313C}" type="pres">
      <dgm:prSet presAssocID="{9025192A-A938-4EBC-A914-5E4BB6F222F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Open Folder"/>
        </a:ext>
      </dgm:extLst>
    </dgm:pt>
    <dgm:pt modelId="{6D3DC51E-CD31-4C18-9ED8-DE1C4DB45EFF}" type="pres">
      <dgm:prSet presAssocID="{9025192A-A938-4EBC-A914-5E4BB6F222FC}" presName="spaceRect" presStyleCnt="0"/>
      <dgm:spPr/>
    </dgm:pt>
    <dgm:pt modelId="{2F135D17-D5C2-4AD7-9D90-F92D6A872A68}" type="pres">
      <dgm:prSet presAssocID="{9025192A-A938-4EBC-A914-5E4BB6F222FC}" presName="parTx" presStyleLbl="revTx" presStyleIdx="1" presStyleCnt="3">
        <dgm:presLayoutVars>
          <dgm:chMax val="0"/>
          <dgm:chPref val="0"/>
        </dgm:presLayoutVars>
      </dgm:prSet>
      <dgm:spPr/>
    </dgm:pt>
    <dgm:pt modelId="{CB482248-CA2E-45CC-8871-4A89594F2A9B}" type="pres">
      <dgm:prSet presAssocID="{750F6A5A-BAF3-457C-980A-F85255AAD4CE}" presName="sibTrans" presStyleCnt="0"/>
      <dgm:spPr/>
    </dgm:pt>
    <dgm:pt modelId="{A4944710-4DDF-49F4-AD8C-CAD4E23E89A1}" type="pres">
      <dgm:prSet presAssocID="{10ED7F52-77E6-4F4C-BA24-9EEFF7D546D6}" presName="compNode" presStyleCnt="0"/>
      <dgm:spPr/>
    </dgm:pt>
    <dgm:pt modelId="{9D88DB08-DB75-40C0-88D8-1C5F95670B82}" type="pres">
      <dgm:prSet presAssocID="{10ED7F52-77E6-4F4C-BA24-9EEFF7D546D6}" presName="bgRect" presStyleLbl="bgShp" presStyleIdx="2" presStyleCnt="3"/>
      <dgm:spPr/>
    </dgm:pt>
    <dgm:pt modelId="{54B72E33-6760-44ED-B93A-84A336F49385}" type="pres">
      <dgm:prSet presAssocID="{10ED7F52-77E6-4F4C-BA24-9EEFF7D546D6}"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Finger Print"/>
        </a:ext>
      </dgm:extLst>
    </dgm:pt>
    <dgm:pt modelId="{B31F7CFD-6046-42A4-B82B-52CF51B900D4}" type="pres">
      <dgm:prSet presAssocID="{10ED7F52-77E6-4F4C-BA24-9EEFF7D546D6}" presName="spaceRect" presStyleCnt="0"/>
      <dgm:spPr/>
    </dgm:pt>
    <dgm:pt modelId="{EE7A248B-11AF-48D6-98CA-AAA748724EF1}" type="pres">
      <dgm:prSet presAssocID="{10ED7F52-77E6-4F4C-BA24-9EEFF7D546D6}" presName="parTx" presStyleLbl="revTx" presStyleIdx="2" presStyleCnt="3">
        <dgm:presLayoutVars>
          <dgm:chMax val="0"/>
          <dgm:chPref val="0"/>
        </dgm:presLayoutVars>
      </dgm:prSet>
      <dgm:spPr/>
    </dgm:pt>
  </dgm:ptLst>
  <dgm:cxnLst>
    <dgm:cxn modelId="{CD79D103-3E47-44B4-A78A-EC58F9B5AD85}" type="presOf" srcId="{9025192A-A938-4EBC-A914-5E4BB6F222FC}" destId="{2F135D17-D5C2-4AD7-9D90-F92D6A872A68}" srcOrd="0" destOrd="0" presId="urn:microsoft.com/office/officeart/2018/2/layout/IconVerticalSolidList"/>
    <dgm:cxn modelId="{7E826B0C-6401-4DA6-869F-84173B30AF61}" type="presOf" srcId="{9A6AB633-EE60-4E75-B66F-0DA0A523AAD5}" destId="{C30ECDA1-2CF2-48EB-908F-921B0D8B3782}" srcOrd="0" destOrd="0" presId="urn:microsoft.com/office/officeart/2018/2/layout/IconVerticalSolidList"/>
    <dgm:cxn modelId="{F2601BA5-1362-4CD4-B0B7-199E0FAF061F}" srcId="{9A6AB633-EE60-4E75-B66F-0DA0A523AAD5}" destId="{D6BE742B-32C9-4EAF-B8CC-42E65EFC7B26}" srcOrd="0" destOrd="0" parTransId="{39FE9C48-DABF-4E40-A597-F6440784D7E0}" sibTransId="{6ACB556A-62A9-44DC-84B0-F0124821A395}"/>
    <dgm:cxn modelId="{59656DC0-F1A9-4D30-A17B-CDBF0025FAEE}" type="presOf" srcId="{10ED7F52-77E6-4F4C-BA24-9EEFF7D546D6}" destId="{EE7A248B-11AF-48D6-98CA-AAA748724EF1}" srcOrd="0" destOrd="0" presId="urn:microsoft.com/office/officeart/2018/2/layout/IconVerticalSolidList"/>
    <dgm:cxn modelId="{10D711D4-D42F-4B0A-83F3-2857119E6A0C}" srcId="{9A6AB633-EE60-4E75-B66F-0DA0A523AAD5}" destId="{9025192A-A938-4EBC-A914-5E4BB6F222FC}" srcOrd="1" destOrd="0" parTransId="{8735742F-4335-4273-882A-8951033071E7}" sibTransId="{750F6A5A-BAF3-457C-980A-F85255AAD4CE}"/>
    <dgm:cxn modelId="{D462D7E5-7EDC-48A6-8A76-9FF8CD33917F}" srcId="{9A6AB633-EE60-4E75-B66F-0DA0A523AAD5}" destId="{10ED7F52-77E6-4F4C-BA24-9EEFF7D546D6}" srcOrd="2" destOrd="0" parTransId="{FA6284BC-F04F-49A5-9C7E-CE4987E71C2D}" sibTransId="{E7560451-5DBC-4958-A831-DFA87195EC83}"/>
    <dgm:cxn modelId="{715670EE-8D25-4DFC-A62D-B33ABC04D655}" type="presOf" srcId="{D6BE742B-32C9-4EAF-B8CC-42E65EFC7B26}" destId="{CF7C2BAE-6F0A-4450-8C4D-5140AABCD52B}" srcOrd="0" destOrd="0" presId="urn:microsoft.com/office/officeart/2018/2/layout/IconVerticalSolidList"/>
    <dgm:cxn modelId="{9D21587C-5C66-466A-B0B1-5E669FB1410D}" type="presParOf" srcId="{C30ECDA1-2CF2-48EB-908F-921B0D8B3782}" destId="{AD504338-6198-4FDF-9664-047C9297DBA0}" srcOrd="0" destOrd="0" presId="urn:microsoft.com/office/officeart/2018/2/layout/IconVerticalSolidList"/>
    <dgm:cxn modelId="{E448AF13-AF1B-44D0-B257-9F1640F59AC3}" type="presParOf" srcId="{AD504338-6198-4FDF-9664-047C9297DBA0}" destId="{7CD404B3-E69E-4317-AE17-93AFBEA39DD4}" srcOrd="0" destOrd="0" presId="urn:microsoft.com/office/officeart/2018/2/layout/IconVerticalSolidList"/>
    <dgm:cxn modelId="{2A4D9A55-864F-4053-B468-71A053AC7DFC}" type="presParOf" srcId="{AD504338-6198-4FDF-9664-047C9297DBA0}" destId="{C32F7EC0-0056-433F-AF87-18452AB8E936}" srcOrd="1" destOrd="0" presId="urn:microsoft.com/office/officeart/2018/2/layout/IconVerticalSolidList"/>
    <dgm:cxn modelId="{5382B0A4-372A-4679-BA93-19D6CED83CA8}" type="presParOf" srcId="{AD504338-6198-4FDF-9664-047C9297DBA0}" destId="{223ADE95-99BE-4F37-846D-C2AF878EF72F}" srcOrd="2" destOrd="0" presId="urn:microsoft.com/office/officeart/2018/2/layout/IconVerticalSolidList"/>
    <dgm:cxn modelId="{C7B058BB-2EAD-4EF6-AF7B-01885DCD0A15}" type="presParOf" srcId="{AD504338-6198-4FDF-9664-047C9297DBA0}" destId="{CF7C2BAE-6F0A-4450-8C4D-5140AABCD52B}" srcOrd="3" destOrd="0" presId="urn:microsoft.com/office/officeart/2018/2/layout/IconVerticalSolidList"/>
    <dgm:cxn modelId="{BF165A39-1796-4494-9E24-B5EF953A7B63}" type="presParOf" srcId="{C30ECDA1-2CF2-48EB-908F-921B0D8B3782}" destId="{82003C0B-B0DC-4876-8800-63E4A686D17B}" srcOrd="1" destOrd="0" presId="urn:microsoft.com/office/officeart/2018/2/layout/IconVerticalSolidList"/>
    <dgm:cxn modelId="{D597D268-4118-40B5-9A17-D4033BFE842C}" type="presParOf" srcId="{C30ECDA1-2CF2-48EB-908F-921B0D8B3782}" destId="{AE6D3CD8-AD63-4795-BDA9-6BBB7AA2322D}" srcOrd="2" destOrd="0" presId="urn:microsoft.com/office/officeart/2018/2/layout/IconVerticalSolidList"/>
    <dgm:cxn modelId="{2C3BA3A7-ECA3-4F13-849B-85458F0880E8}" type="presParOf" srcId="{AE6D3CD8-AD63-4795-BDA9-6BBB7AA2322D}" destId="{502019BA-94A4-4616-A8CB-323CC3A845DF}" srcOrd="0" destOrd="0" presId="urn:microsoft.com/office/officeart/2018/2/layout/IconVerticalSolidList"/>
    <dgm:cxn modelId="{7FBE5A20-4917-42DA-9831-CBD18AAAEF4E}" type="presParOf" srcId="{AE6D3CD8-AD63-4795-BDA9-6BBB7AA2322D}" destId="{92A6DAB1-9767-47BD-A7DF-70AE64B4313C}" srcOrd="1" destOrd="0" presId="urn:microsoft.com/office/officeart/2018/2/layout/IconVerticalSolidList"/>
    <dgm:cxn modelId="{AFE2C065-06C6-4B56-AED1-DAEBEED012FD}" type="presParOf" srcId="{AE6D3CD8-AD63-4795-BDA9-6BBB7AA2322D}" destId="{6D3DC51E-CD31-4C18-9ED8-DE1C4DB45EFF}" srcOrd="2" destOrd="0" presId="urn:microsoft.com/office/officeart/2018/2/layout/IconVerticalSolidList"/>
    <dgm:cxn modelId="{EA7CE537-33BB-4EB5-B36D-B9C0FD06E87E}" type="presParOf" srcId="{AE6D3CD8-AD63-4795-BDA9-6BBB7AA2322D}" destId="{2F135D17-D5C2-4AD7-9D90-F92D6A872A68}" srcOrd="3" destOrd="0" presId="urn:microsoft.com/office/officeart/2018/2/layout/IconVerticalSolidList"/>
    <dgm:cxn modelId="{3945CE21-5277-4EC6-A3C0-2C79F9B55B69}" type="presParOf" srcId="{C30ECDA1-2CF2-48EB-908F-921B0D8B3782}" destId="{CB482248-CA2E-45CC-8871-4A89594F2A9B}" srcOrd="3" destOrd="0" presId="urn:microsoft.com/office/officeart/2018/2/layout/IconVerticalSolidList"/>
    <dgm:cxn modelId="{C16CB40B-9BB6-4B9D-BBBB-F0A7F1FB5D24}" type="presParOf" srcId="{C30ECDA1-2CF2-48EB-908F-921B0D8B3782}" destId="{A4944710-4DDF-49F4-AD8C-CAD4E23E89A1}" srcOrd="4" destOrd="0" presId="urn:microsoft.com/office/officeart/2018/2/layout/IconVerticalSolidList"/>
    <dgm:cxn modelId="{6B637BFA-9325-4098-A923-DEE598A3AA54}" type="presParOf" srcId="{A4944710-4DDF-49F4-AD8C-CAD4E23E89A1}" destId="{9D88DB08-DB75-40C0-88D8-1C5F95670B82}" srcOrd="0" destOrd="0" presId="urn:microsoft.com/office/officeart/2018/2/layout/IconVerticalSolidList"/>
    <dgm:cxn modelId="{80E611C5-8202-4A8C-8F2E-A96CB467D7B1}" type="presParOf" srcId="{A4944710-4DDF-49F4-AD8C-CAD4E23E89A1}" destId="{54B72E33-6760-44ED-B93A-84A336F49385}" srcOrd="1" destOrd="0" presId="urn:microsoft.com/office/officeart/2018/2/layout/IconVerticalSolidList"/>
    <dgm:cxn modelId="{49B65AC1-032C-466D-9477-8CDD867D9DCC}" type="presParOf" srcId="{A4944710-4DDF-49F4-AD8C-CAD4E23E89A1}" destId="{B31F7CFD-6046-42A4-B82B-52CF51B900D4}" srcOrd="2" destOrd="0" presId="urn:microsoft.com/office/officeart/2018/2/layout/IconVerticalSolidList"/>
    <dgm:cxn modelId="{094905FB-E6BB-400E-BCAA-C686EA717C61}" type="presParOf" srcId="{A4944710-4DDF-49F4-AD8C-CAD4E23E89A1}" destId="{EE7A248B-11AF-48D6-98CA-AAA748724EF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B442A5EF-F5CE-401C-A645-A63C08CD9134}"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45319366-894D-4C8D-A2B3-D8D66CB3C0C0}">
      <dgm:prSet/>
      <dgm:spPr/>
      <dgm:t>
        <a:bodyPr/>
        <a:lstStyle/>
        <a:p>
          <a:r>
            <a:rPr lang="en-IN" b="1"/>
            <a:t>Identifying Patterns</a:t>
          </a:r>
          <a:r>
            <a:rPr lang="en-IN"/>
            <a:t>: Recognizing sequences of events that may indicate criminal activity.</a:t>
          </a:r>
          <a:endParaRPr lang="en-US"/>
        </a:p>
      </dgm:t>
    </dgm:pt>
    <dgm:pt modelId="{06C5F63D-889D-4285-8F87-72C90B892426}" type="parTrans" cxnId="{DF770874-F7CB-492D-8C3B-F7259188B0FB}">
      <dgm:prSet/>
      <dgm:spPr/>
      <dgm:t>
        <a:bodyPr/>
        <a:lstStyle/>
        <a:p>
          <a:endParaRPr lang="en-US"/>
        </a:p>
      </dgm:t>
    </dgm:pt>
    <dgm:pt modelId="{44611A5B-4F65-42BA-A4B0-1578BF3B09C8}" type="sibTrans" cxnId="{DF770874-F7CB-492D-8C3B-F7259188B0FB}">
      <dgm:prSet/>
      <dgm:spPr/>
      <dgm:t>
        <a:bodyPr/>
        <a:lstStyle/>
        <a:p>
          <a:endParaRPr lang="en-US"/>
        </a:p>
      </dgm:t>
    </dgm:pt>
    <dgm:pt modelId="{47E5C277-E213-42D2-865D-86855982DA18}">
      <dgm:prSet/>
      <dgm:spPr/>
      <dgm:t>
        <a:bodyPr/>
        <a:lstStyle/>
        <a:p>
          <a:r>
            <a:rPr lang="en-IN" b="1"/>
            <a:t>Attribution</a:t>
          </a:r>
          <a:r>
            <a:rPr lang="en-IN"/>
            <a:t>: Linking evidence to specific individuals or actions, helping to establish intent or involvement in a crime.</a:t>
          </a:r>
          <a:endParaRPr lang="en-US"/>
        </a:p>
      </dgm:t>
    </dgm:pt>
    <dgm:pt modelId="{D7963017-B16D-4AE7-B03C-33E35B8FDAA3}" type="parTrans" cxnId="{0667E160-3705-467D-9D95-AF882587C23D}">
      <dgm:prSet/>
      <dgm:spPr/>
      <dgm:t>
        <a:bodyPr/>
        <a:lstStyle/>
        <a:p>
          <a:endParaRPr lang="en-US"/>
        </a:p>
      </dgm:t>
    </dgm:pt>
    <dgm:pt modelId="{1A53A4FB-FE71-4CCB-B98E-BF734AE8BB77}" type="sibTrans" cxnId="{0667E160-3705-467D-9D95-AF882587C23D}">
      <dgm:prSet/>
      <dgm:spPr/>
      <dgm:t>
        <a:bodyPr/>
        <a:lstStyle/>
        <a:p>
          <a:endParaRPr lang="en-US"/>
        </a:p>
      </dgm:t>
    </dgm:pt>
    <dgm:pt modelId="{E21DCA05-C728-4781-BE08-1F870E40A32B}" type="pres">
      <dgm:prSet presAssocID="{B442A5EF-F5CE-401C-A645-A63C08CD9134}" presName="hierChild1" presStyleCnt="0">
        <dgm:presLayoutVars>
          <dgm:chPref val="1"/>
          <dgm:dir/>
          <dgm:animOne val="branch"/>
          <dgm:animLvl val="lvl"/>
          <dgm:resizeHandles/>
        </dgm:presLayoutVars>
      </dgm:prSet>
      <dgm:spPr/>
    </dgm:pt>
    <dgm:pt modelId="{AAF7D264-3838-4BCC-B3C9-F8E3597DF340}" type="pres">
      <dgm:prSet presAssocID="{45319366-894D-4C8D-A2B3-D8D66CB3C0C0}" presName="hierRoot1" presStyleCnt="0"/>
      <dgm:spPr/>
    </dgm:pt>
    <dgm:pt modelId="{0DE10EA4-0D8D-4E11-95C0-C67B08CBAAA9}" type="pres">
      <dgm:prSet presAssocID="{45319366-894D-4C8D-A2B3-D8D66CB3C0C0}" presName="composite" presStyleCnt="0"/>
      <dgm:spPr/>
    </dgm:pt>
    <dgm:pt modelId="{225F8DE0-A3F9-4FA3-8686-D4F33403A176}" type="pres">
      <dgm:prSet presAssocID="{45319366-894D-4C8D-A2B3-D8D66CB3C0C0}" presName="background" presStyleLbl="node0" presStyleIdx="0" presStyleCnt="2"/>
      <dgm:spPr/>
    </dgm:pt>
    <dgm:pt modelId="{163344A6-A18B-43C7-81E6-F6395D60D97C}" type="pres">
      <dgm:prSet presAssocID="{45319366-894D-4C8D-A2B3-D8D66CB3C0C0}" presName="text" presStyleLbl="fgAcc0" presStyleIdx="0" presStyleCnt="2">
        <dgm:presLayoutVars>
          <dgm:chPref val="3"/>
        </dgm:presLayoutVars>
      </dgm:prSet>
      <dgm:spPr/>
    </dgm:pt>
    <dgm:pt modelId="{3686DB71-EECE-4866-BD11-DF2EAC1F54B1}" type="pres">
      <dgm:prSet presAssocID="{45319366-894D-4C8D-A2B3-D8D66CB3C0C0}" presName="hierChild2" presStyleCnt="0"/>
      <dgm:spPr/>
    </dgm:pt>
    <dgm:pt modelId="{2BAAB4C1-0BEC-42DE-BC8A-0B809845BEAB}" type="pres">
      <dgm:prSet presAssocID="{47E5C277-E213-42D2-865D-86855982DA18}" presName="hierRoot1" presStyleCnt="0"/>
      <dgm:spPr/>
    </dgm:pt>
    <dgm:pt modelId="{CF162105-9880-42B2-BDE5-1E18B15E6ACF}" type="pres">
      <dgm:prSet presAssocID="{47E5C277-E213-42D2-865D-86855982DA18}" presName="composite" presStyleCnt="0"/>
      <dgm:spPr/>
    </dgm:pt>
    <dgm:pt modelId="{4BE256E0-446D-4F79-9699-4BC20718952D}" type="pres">
      <dgm:prSet presAssocID="{47E5C277-E213-42D2-865D-86855982DA18}" presName="background" presStyleLbl="node0" presStyleIdx="1" presStyleCnt="2"/>
      <dgm:spPr/>
    </dgm:pt>
    <dgm:pt modelId="{F7688D34-F445-451D-910D-6BD25674FC23}" type="pres">
      <dgm:prSet presAssocID="{47E5C277-E213-42D2-865D-86855982DA18}" presName="text" presStyleLbl="fgAcc0" presStyleIdx="1" presStyleCnt="2">
        <dgm:presLayoutVars>
          <dgm:chPref val="3"/>
        </dgm:presLayoutVars>
      </dgm:prSet>
      <dgm:spPr/>
    </dgm:pt>
    <dgm:pt modelId="{7722FF1C-E879-46BF-AABB-AE7378A2254E}" type="pres">
      <dgm:prSet presAssocID="{47E5C277-E213-42D2-865D-86855982DA18}" presName="hierChild2" presStyleCnt="0"/>
      <dgm:spPr/>
    </dgm:pt>
  </dgm:ptLst>
  <dgm:cxnLst>
    <dgm:cxn modelId="{5192721F-BA5B-4530-8EA2-4677DDF35520}" type="presOf" srcId="{45319366-894D-4C8D-A2B3-D8D66CB3C0C0}" destId="{163344A6-A18B-43C7-81E6-F6395D60D97C}" srcOrd="0" destOrd="0" presId="urn:microsoft.com/office/officeart/2005/8/layout/hierarchy1"/>
    <dgm:cxn modelId="{EE2E873A-1D96-4567-AE3E-13AF659B5EA9}" type="presOf" srcId="{B442A5EF-F5CE-401C-A645-A63C08CD9134}" destId="{E21DCA05-C728-4781-BE08-1F870E40A32B}" srcOrd="0" destOrd="0" presId="urn:microsoft.com/office/officeart/2005/8/layout/hierarchy1"/>
    <dgm:cxn modelId="{0667E160-3705-467D-9D95-AF882587C23D}" srcId="{B442A5EF-F5CE-401C-A645-A63C08CD9134}" destId="{47E5C277-E213-42D2-865D-86855982DA18}" srcOrd="1" destOrd="0" parTransId="{D7963017-B16D-4AE7-B03C-33E35B8FDAA3}" sibTransId="{1A53A4FB-FE71-4CCB-B98E-BF734AE8BB77}"/>
    <dgm:cxn modelId="{DF770874-F7CB-492D-8C3B-F7259188B0FB}" srcId="{B442A5EF-F5CE-401C-A645-A63C08CD9134}" destId="{45319366-894D-4C8D-A2B3-D8D66CB3C0C0}" srcOrd="0" destOrd="0" parTransId="{06C5F63D-889D-4285-8F87-72C90B892426}" sibTransId="{44611A5B-4F65-42BA-A4B0-1578BF3B09C8}"/>
    <dgm:cxn modelId="{4837BCE1-F27C-460E-A1A9-D7C35387D4C5}" type="presOf" srcId="{47E5C277-E213-42D2-865D-86855982DA18}" destId="{F7688D34-F445-451D-910D-6BD25674FC23}" srcOrd="0" destOrd="0" presId="urn:microsoft.com/office/officeart/2005/8/layout/hierarchy1"/>
    <dgm:cxn modelId="{B28ED577-0D24-4677-A75A-7D1604337F7D}" type="presParOf" srcId="{E21DCA05-C728-4781-BE08-1F870E40A32B}" destId="{AAF7D264-3838-4BCC-B3C9-F8E3597DF340}" srcOrd="0" destOrd="0" presId="urn:microsoft.com/office/officeart/2005/8/layout/hierarchy1"/>
    <dgm:cxn modelId="{7EF64095-C5D1-40BC-BA3B-34BC6CCE15B4}" type="presParOf" srcId="{AAF7D264-3838-4BCC-B3C9-F8E3597DF340}" destId="{0DE10EA4-0D8D-4E11-95C0-C67B08CBAAA9}" srcOrd="0" destOrd="0" presId="urn:microsoft.com/office/officeart/2005/8/layout/hierarchy1"/>
    <dgm:cxn modelId="{6A1F5A54-3282-4897-A76D-E849818AE912}" type="presParOf" srcId="{0DE10EA4-0D8D-4E11-95C0-C67B08CBAAA9}" destId="{225F8DE0-A3F9-4FA3-8686-D4F33403A176}" srcOrd="0" destOrd="0" presId="urn:microsoft.com/office/officeart/2005/8/layout/hierarchy1"/>
    <dgm:cxn modelId="{D5A189D8-D663-45CB-90E0-C15DDD6221BB}" type="presParOf" srcId="{0DE10EA4-0D8D-4E11-95C0-C67B08CBAAA9}" destId="{163344A6-A18B-43C7-81E6-F6395D60D97C}" srcOrd="1" destOrd="0" presId="urn:microsoft.com/office/officeart/2005/8/layout/hierarchy1"/>
    <dgm:cxn modelId="{B3F45412-4D2C-4351-89B2-7EB2E190AF44}" type="presParOf" srcId="{AAF7D264-3838-4BCC-B3C9-F8E3597DF340}" destId="{3686DB71-EECE-4866-BD11-DF2EAC1F54B1}" srcOrd="1" destOrd="0" presId="urn:microsoft.com/office/officeart/2005/8/layout/hierarchy1"/>
    <dgm:cxn modelId="{FCDDA030-F3A6-46E3-BA8D-BC396B4968EC}" type="presParOf" srcId="{E21DCA05-C728-4781-BE08-1F870E40A32B}" destId="{2BAAB4C1-0BEC-42DE-BC8A-0B809845BEAB}" srcOrd="1" destOrd="0" presId="urn:microsoft.com/office/officeart/2005/8/layout/hierarchy1"/>
    <dgm:cxn modelId="{DA6A9224-6467-46B7-9E75-FBD0C49F533A}" type="presParOf" srcId="{2BAAB4C1-0BEC-42DE-BC8A-0B809845BEAB}" destId="{CF162105-9880-42B2-BDE5-1E18B15E6ACF}" srcOrd="0" destOrd="0" presId="urn:microsoft.com/office/officeart/2005/8/layout/hierarchy1"/>
    <dgm:cxn modelId="{1B4C90F6-FCE9-4E67-A39B-2C5C19817671}" type="presParOf" srcId="{CF162105-9880-42B2-BDE5-1E18B15E6ACF}" destId="{4BE256E0-446D-4F79-9699-4BC20718952D}" srcOrd="0" destOrd="0" presId="urn:microsoft.com/office/officeart/2005/8/layout/hierarchy1"/>
    <dgm:cxn modelId="{FE1725E1-AA53-4E23-8756-562E05DA7374}" type="presParOf" srcId="{CF162105-9880-42B2-BDE5-1E18B15E6ACF}" destId="{F7688D34-F445-451D-910D-6BD25674FC23}" srcOrd="1" destOrd="0" presId="urn:microsoft.com/office/officeart/2005/8/layout/hierarchy1"/>
    <dgm:cxn modelId="{0D3BF259-1647-4A97-A079-A283833C6087}" type="presParOf" srcId="{2BAAB4C1-0BEC-42DE-BC8A-0B809845BEAB}" destId="{7722FF1C-E879-46BF-AABB-AE7378A2254E}"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F005CF86-788F-49AD-A976-A8670114780B}" type="doc">
      <dgm:prSet loTypeId="urn:microsoft.com/office/officeart/2005/8/layout/hierarchy1" loCatId="hierarchy" qsTypeId="urn:microsoft.com/office/officeart/2005/8/quickstyle/simple1" qsCatId="simple" csTypeId="urn:microsoft.com/office/officeart/2005/8/colors/accent4_2" csCatId="accent4"/>
      <dgm:spPr/>
      <dgm:t>
        <a:bodyPr/>
        <a:lstStyle/>
        <a:p>
          <a:endParaRPr lang="en-US"/>
        </a:p>
      </dgm:t>
    </dgm:pt>
    <dgm:pt modelId="{73D517E5-CB52-4A03-A605-51369971D037}">
      <dgm:prSet/>
      <dgm:spPr/>
      <dgm:t>
        <a:bodyPr/>
        <a:lstStyle/>
        <a:p>
          <a:r>
            <a:rPr lang="en-IN" b="1"/>
            <a:t>Findings</a:t>
          </a:r>
          <a:r>
            <a:rPr lang="en-IN"/>
            <a:t>: Detailed descriptions of the evidence analyzed and conclusions drawn.</a:t>
          </a:r>
          <a:endParaRPr lang="en-US"/>
        </a:p>
      </dgm:t>
    </dgm:pt>
    <dgm:pt modelId="{2F3B140A-D8DA-4B7D-B4E6-AD50747482A3}" type="parTrans" cxnId="{044CFE23-9968-478F-9C0A-7A05F0883935}">
      <dgm:prSet/>
      <dgm:spPr/>
      <dgm:t>
        <a:bodyPr/>
        <a:lstStyle/>
        <a:p>
          <a:endParaRPr lang="en-US"/>
        </a:p>
      </dgm:t>
    </dgm:pt>
    <dgm:pt modelId="{111A42B9-031E-4706-B904-AD1A1669B1C5}" type="sibTrans" cxnId="{044CFE23-9968-478F-9C0A-7A05F0883935}">
      <dgm:prSet/>
      <dgm:spPr/>
      <dgm:t>
        <a:bodyPr/>
        <a:lstStyle/>
        <a:p>
          <a:endParaRPr lang="en-US"/>
        </a:p>
      </dgm:t>
    </dgm:pt>
    <dgm:pt modelId="{9FEE6F15-E050-4652-AFDE-8AF6234B99C0}">
      <dgm:prSet/>
      <dgm:spPr/>
      <dgm:t>
        <a:bodyPr/>
        <a:lstStyle/>
        <a:p>
          <a:r>
            <a:rPr lang="en-IN" b="1"/>
            <a:t>Methodology</a:t>
          </a:r>
          <a:r>
            <a:rPr lang="en-IN"/>
            <a:t>: An outline of the techniques and tools used during the investigation.</a:t>
          </a:r>
          <a:endParaRPr lang="en-US"/>
        </a:p>
      </dgm:t>
    </dgm:pt>
    <dgm:pt modelId="{EDD70CFD-E7F3-493C-B2B0-B58A43DD5CD2}" type="parTrans" cxnId="{C09A5A7D-3E65-4ABF-8C58-43C859ED07DC}">
      <dgm:prSet/>
      <dgm:spPr/>
      <dgm:t>
        <a:bodyPr/>
        <a:lstStyle/>
        <a:p>
          <a:endParaRPr lang="en-US"/>
        </a:p>
      </dgm:t>
    </dgm:pt>
    <dgm:pt modelId="{7CADE715-014A-4664-BA18-E0DDB1841D07}" type="sibTrans" cxnId="{C09A5A7D-3E65-4ABF-8C58-43C859ED07DC}">
      <dgm:prSet/>
      <dgm:spPr/>
      <dgm:t>
        <a:bodyPr/>
        <a:lstStyle/>
        <a:p>
          <a:endParaRPr lang="en-US"/>
        </a:p>
      </dgm:t>
    </dgm:pt>
    <dgm:pt modelId="{E98EBFF0-4DFA-482A-AB9A-ED0837116F26}">
      <dgm:prSet/>
      <dgm:spPr/>
      <dgm:t>
        <a:bodyPr/>
        <a:lstStyle/>
        <a:p>
          <a:r>
            <a:rPr lang="en-IN" b="1"/>
            <a:t>Recommendations</a:t>
          </a:r>
          <a:r>
            <a:rPr lang="en-IN"/>
            <a:t>: Suggestions for further action or security improvements based on the findings.</a:t>
          </a:r>
          <a:endParaRPr lang="en-US"/>
        </a:p>
      </dgm:t>
    </dgm:pt>
    <dgm:pt modelId="{3AAF6C95-3C50-42E5-9929-7E85968C6696}" type="parTrans" cxnId="{A036EDAE-FE3A-4820-9A3C-7E0FB7008541}">
      <dgm:prSet/>
      <dgm:spPr/>
      <dgm:t>
        <a:bodyPr/>
        <a:lstStyle/>
        <a:p>
          <a:endParaRPr lang="en-US"/>
        </a:p>
      </dgm:t>
    </dgm:pt>
    <dgm:pt modelId="{0A1C324A-4F3E-4B3F-8CDC-A47931EA6A73}" type="sibTrans" cxnId="{A036EDAE-FE3A-4820-9A3C-7E0FB7008541}">
      <dgm:prSet/>
      <dgm:spPr/>
      <dgm:t>
        <a:bodyPr/>
        <a:lstStyle/>
        <a:p>
          <a:endParaRPr lang="en-US"/>
        </a:p>
      </dgm:t>
    </dgm:pt>
    <dgm:pt modelId="{C44C1D47-0075-4E32-AD7D-71D0CFF454CA}" type="pres">
      <dgm:prSet presAssocID="{F005CF86-788F-49AD-A976-A8670114780B}" presName="hierChild1" presStyleCnt="0">
        <dgm:presLayoutVars>
          <dgm:chPref val="1"/>
          <dgm:dir/>
          <dgm:animOne val="branch"/>
          <dgm:animLvl val="lvl"/>
          <dgm:resizeHandles/>
        </dgm:presLayoutVars>
      </dgm:prSet>
      <dgm:spPr/>
    </dgm:pt>
    <dgm:pt modelId="{7E13FC3E-322D-4959-B5F9-4989CCB8479D}" type="pres">
      <dgm:prSet presAssocID="{73D517E5-CB52-4A03-A605-51369971D037}" presName="hierRoot1" presStyleCnt="0"/>
      <dgm:spPr/>
    </dgm:pt>
    <dgm:pt modelId="{FFDB9B2E-893B-4D28-9081-189B8951051D}" type="pres">
      <dgm:prSet presAssocID="{73D517E5-CB52-4A03-A605-51369971D037}" presName="composite" presStyleCnt="0"/>
      <dgm:spPr/>
    </dgm:pt>
    <dgm:pt modelId="{9FAC3EB2-7243-4CB3-96EE-D219EB6E2BB2}" type="pres">
      <dgm:prSet presAssocID="{73D517E5-CB52-4A03-A605-51369971D037}" presName="background" presStyleLbl="node0" presStyleIdx="0" presStyleCnt="3"/>
      <dgm:spPr/>
    </dgm:pt>
    <dgm:pt modelId="{A9D9CF51-AC6C-46BC-8C37-9E1FF64835F4}" type="pres">
      <dgm:prSet presAssocID="{73D517E5-CB52-4A03-A605-51369971D037}" presName="text" presStyleLbl="fgAcc0" presStyleIdx="0" presStyleCnt="3">
        <dgm:presLayoutVars>
          <dgm:chPref val="3"/>
        </dgm:presLayoutVars>
      </dgm:prSet>
      <dgm:spPr/>
    </dgm:pt>
    <dgm:pt modelId="{689EF251-5614-459B-B84F-AC8B8FFE9C0F}" type="pres">
      <dgm:prSet presAssocID="{73D517E5-CB52-4A03-A605-51369971D037}" presName="hierChild2" presStyleCnt="0"/>
      <dgm:spPr/>
    </dgm:pt>
    <dgm:pt modelId="{C6914AA6-76F0-4175-8A1B-2A07FC15C590}" type="pres">
      <dgm:prSet presAssocID="{9FEE6F15-E050-4652-AFDE-8AF6234B99C0}" presName="hierRoot1" presStyleCnt="0"/>
      <dgm:spPr/>
    </dgm:pt>
    <dgm:pt modelId="{210AA0CA-370F-4D96-9FE5-86090358A7BD}" type="pres">
      <dgm:prSet presAssocID="{9FEE6F15-E050-4652-AFDE-8AF6234B99C0}" presName="composite" presStyleCnt="0"/>
      <dgm:spPr/>
    </dgm:pt>
    <dgm:pt modelId="{5D3E9AE4-B95C-45DA-881B-C728A8D88FDF}" type="pres">
      <dgm:prSet presAssocID="{9FEE6F15-E050-4652-AFDE-8AF6234B99C0}" presName="background" presStyleLbl="node0" presStyleIdx="1" presStyleCnt="3"/>
      <dgm:spPr/>
    </dgm:pt>
    <dgm:pt modelId="{B6C27C16-46B1-48D5-954B-BF1643671334}" type="pres">
      <dgm:prSet presAssocID="{9FEE6F15-E050-4652-AFDE-8AF6234B99C0}" presName="text" presStyleLbl="fgAcc0" presStyleIdx="1" presStyleCnt="3">
        <dgm:presLayoutVars>
          <dgm:chPref val="3"/>
        </dgm:presLayoutVars>
      </dgm:prSet>
      <dgm:spPr/>
    </dgm:pt>
    <dgm:pt modelId="{72AD7D81-33D2-422F-8510-39BDF2059682}" type="pres">
      <dgm:prSet presAssocID="{9FEE6F15-E050-4652-AFDE-8AF6234B99C0}" presName="hierChild2" presStyleCnt="0"/>
      <dgm:spPr/>
    </dgm:pt>
    <dgm:pt modelId="{E5AF2578-D65B-4E8E-BC9F-918FB3BF1264}" type="pres">
      <dgm:prSet presAssocID="{E98EBFF0-4DFA-482A-AB9A-ED0837116F26}" presName="hierRoot1" presStyleCnt="0"/>
      <dgm:spPr/>
    </dgm:pt>
    <dgm:pt modelId="{3D49F005-DA11-4190-A539-8ED296A2AA58}" type="pres">
      <dgm:prSet presAssocID="{E98EBFF0-4DFA-482A-AB9A-ED0837116F26}" presName="composite" presStyleCnt="0"/>
      <dgm:spPr/>
    </dgm:pt>
    <dgm:pt modelId="{24097B15-C847-41DC-A552-B2AAC81AD152}" type="pres">
      <dgm:prSet presAssocID="{E98EBFF0-4DFA-482A-AB9A-ED0837116F26}" presName="background" presStyleLbl="node0" presStyleIdx="2" presStyleCnt="3"/>
      <dgm:spPr/>
    </dgm:pt>
    <dgm:pt modelId="{9F4D5719-AEBE-469E-A608-AEC9684F0F9D}" type="pres">
      <dgm:prSet presAssocID="{E98EBFF0-4DFA-482A-AB9A-ED0837116F26}" presName="text" presStyleLbl="fgAcc0" presStyleIdx="2" presStyleCnt="3">
        <dgm:presLayoutVars>
          <dgm:chPref val="3"/>
        </dgm:presLayoutVars>
      </dgm:prSet>
      <dgm:spPr/>
    </dgm:pt>
    <dgm:pt modelId="{EF547B89-8EB8-42C0-AF7A-D52AB04AADCA}" type="pres">
      <dgm:prSet presAssocID="{E98EBFF0-4DFA-482A-AB9A-ED0837116F26}" presName="hierChild2" presStyleCnt="0"/>
      <dgm:spPr/>
    </dgm:pt>
  </dgm:ptLst>
  <dgm:cxnLst>
    <dgm:cxn modelId="{B84C4C01-5D2B-4AFC-8CF9-F18EDB88353A}" type="presOf" srcId="{73D517E5-CB52-4A03-A605-51369971D037}" destId="{A9D9CF51-AC6C-46BC-8C37-9E1FF64835F4}" srcOrd="0" destOrd="0" presId="urn:microsoft.com/office/officeart/2005/8/layout/hierarchy1"/>
    <dgm:cxn modelId="{044CFE23-9968-478F-9C0A-7A05F0883935}" srcId="{F005CF86-788F-49AD-A976-A8670114780B}" destId="{73D517E5-CB52-4A03-A605-51369971D037}" srcOrd="0" destOrd="0" parTransId="{2F3B140A-D8DA-4B7D-B4E6-AD50747482A3}" sibTransId="{111A42B9-031E-4706-B904-AD1A1669B1C5}"/>
    <dgm:cxn modelId="{1A55AE41-4EEE-451F-8FCD-CBD86C844C71}" type="presOf" srcId="{E98EBFF0-4DFA-482A-AB9A-ED0837116F26}" destId="{9F4D5719-AEBE-469E-A608-AEC9684F0F9D}" srcOrd="0" destOrd="0" presId="urn:microsoft.com/office/officeart/2005/8/layout/hierarchy1"/>
    <dgm:cxn modelId="{ED369E42-CC66-4620-9EDE-F03FA3635B6A}" type="presOf" srcId="{F005CF86-788F-49AD-A976-A8670114780B}" destId="{C44C1D47-0075-4E32-AD7D-71D0CFF454CA}" srcOrd="0" destOrd="0" presId="urn:microsoft.com/office/officeart/2005/8/layout/hierarchy1"/>
    <dgm:cxn modelId="{C09A5A7D-3E65-4ABF-8C58-43C859ED07DC}" srcId="{F005CF86-788F-49AD-A976-A8670114780B}" destId="{9FEE6F15-E050-4652-AFDE-8AF6234B99C0}" srcOrd="1" destOrd="0" parTransId="{EDD70CFD-E7F3-493C-B2B0-B58A43DD5CD2}" sibTransId="{7CADE715-014A-4664-BA18-E0DDB1841D07}"/>
    <dgm:cxn modelId="{A036EDAE-FE3A-4820-9A3C-7E0FB7008541}" srcId="{F005CF86-788F-49AD-A976-A8670114780B}" destId="{E98EBFF0-4DFA-482A-AB9A-ED0837116F26}" srcOrd="2" destOrd="0" parTransId="{3AAF6C95-3C50-42E5-9929-7E85968C6696}" sibTransId="{0A1C324A-4F3E-4B3F-8CDC-A47931EA6A73}"/>
    <dgm:cxn modelId="{0BCCAEFD-6EDE-4B4C-8431-D54C3CBF39E2}" type="presOf" srcId="{9FEE6F15-E050-4652-AFDE-8AF6234B99C0}" destId="{B6C27C16-46B1-48D5-954B-BF1643671334}" srcOrd="0" destOrd="0" presId="urn:microsoft.com/office/officeart/2005/8/layout/hierarchy1"/>
    <dgm:cxn modelId="{58A4DAAD-CC8A-417F-BE99-E1B9320C3597}" type="presParOf" srcId="{C44C1D47-0075-4E32-AD7D-71D0CFF454CA}" destId="{7E13FC3E-322D-4959-B5F9-4989CCB8479D}" srcOrd="0" destOrd="0" presId="urn:microsoft.com/office/officeart/2005/8/layout/hierarchy1"/>
    <dgm:cxn modelId="{171206CC-236E-49B5-B532-FD16178356AB}" type="presParOf" srcId="{7E13FC3E-322D-4959-B5F9-4989CCB8479D}" destId="{FFDB9B2E-893B-4D28-9081-189B8951051D}" srcOrd="0" destOrd="0" presId="urn:microsoft.com/office/officeart/2005/8/layout/hierarchy1"/>
    <dgm:cxn modelId="{80957E11-AFAB-4D5B-B14B-BF773AC509BB}" type="presParOf" srcId="{FFDB9B2E-893B-4D28-9081-189B8951051D}" destId="{9FAC3EB2-7243-4CB3-96EE-D219EB6E2BB2}" srcOrd="0" destOrd="0" presId="urn:microsoft.com/office/officeart/2005/8/layout/hierarchy1"/>
    <dgm:cxn modelId="{DFB956E8-5BF8-449E-8B1A-7CD4D645641A}" type="presParOf" srcId="{FFDB9B2E-893B-4D28-9081-189B8951051D}" destId="{A9D9CF51-AC6C-46BC-8C37-9E1FF64835F4}" srcOrd="1" destOrd="0" presId="urn:microsoft.com/office/officeart/2005/8/layout/hierarchy1"/>
    <dgm:cxn modelId="{14741D59-C234-4504-B7C8-C73D3AB7940D}" type="presParOf" srcId="{7E13FC3E-322D-4959-B5F9-4989CCB8479D}" destId="{689EF251-5614-459B-B84F-AC8B8FFE9C0F}" srcOrd="1" destOrd="0" presId="urn:microsoft.com/office/officeart/2005/8/layout/hierarchy1"/>
    <dgm:cxn modelId="{E178752B-BADE-42BE-9963-788A035D4738}" type="presParOf" srcId="{C44C1D47-0075-4E32-AD7D-71D0CFF454CA}" destId="{C6914AA6-76F0-4175-8A1B-2A07FC15C590}" srcOrd="1" destOrd="0" presId="urn:microsoft.com/office/officeart/2005/8/layout/hierarchy1"/>
    <dgm:cxn modelId="{0C6DDC97-97D1-4098-A7A9-3C555D947842}" type="presParOf" srcId="{C6914AA6-76F0-4175-8A1B-2A07FC15C590}" destId="{210AA0CA-370F-4D96-9FE5-86090358A7BD}" srcOrd="0" destOrd="0" presId="urn:microsoft.com/office/officeart/2005/8/layout/hierarchy1"/>
    <dgm:cxn modelId="{BE3544CF-AEDE-4934-93B9-6BFC5FEA0329}" type="presParOf" srcId="{210AA0CA-370F-4D96-9FE5-86090358A7BD}" destId="{5D3E9AE4-B95C-45DA-881B-C728A8D88FDF}" srcOrd="0" destOrd="0" presId="urn:microsoft.com/office/officeart/2005/8/layout/hierarchy1"/>
    <dgm:cxn modelId="{1BB3D1D4-2BBE-4146-9B4E-45CB5065D3DC}" type="presParOf" srcId="{210AA0CA-370F-4D96-9FE5-86090358A7BD}" destId="{B6C27C16-46B1-48D5-954B-BF1643671334}" srcOrd="1" destOrd="0" presId="urn:microsoft.com/office/officeart/2005/8/layout/hierarchy1"/>
    <dgm:cxn modelId="{31F19F89-A8A8-44D8-A641-1A4E55EAEE3D}" type="presParOf" srcId="{C6914AA6-76F0-4175-8A1B-2A07FC15C590}" destId="{72AD7D81-33D2-422F-8510-39BDF2059682}" srcOrd="1" destOrd="0" presId="urn:microsoft.com/office/officeart/2005/8/layout/hierarchy1"/>
    <dgm:cxn modelId="{FAAA3B00-7D1E-45EF-9933-343E68E54D61}" type="presParOf" srcId="{C44C1D47-0075-4E32-AD7D-71D0CFF454CA}" destId="{E5AF2578-D65B-4E8E-BC9F-918FB3BF1264}" srcOrd="2" destOrd="0" presId="urn:microsoft.com/office/officeart/2005/8/layout/hierarchy1"/>
    <dgm:cxn modelId="{A8E8A762-8EDF-4C4C-9186-5FCB53C391EF}" type="presParOf" srcId="{E5AF2578-D65B-4E8E-BC9F-918FB3BF1264}" destId="{3D49F005-DA11-4190-A539-8ED296A2AA58}" srcOrd="0" destOrd="0" presId="urn:microsoft.com/office/officeart/2005/8/layout/hierarchy1"/>
    <dgm:cxn modelId="{B84594A7-0C35-45A5-9736-62F8BB17501F}" type="presParOf" srcId="{3D49F005-DA11-4190-A539-8ED296A2AA58}" destId="{24097B15-C847-41DC-A552-B2AAC81AD152}" srcOrd="0" destOrd="0" presId="urn:microsoft.com/office/officeart/2005/8/layout/hierarchy1"/>
    <dgm:cxn modelId="{5702FF75-DA82-4BAC-8829-B3E1C80A2407}" type="presParOf" srcId="{3D49F005-DA11-4190-A539-8ED296A2AA58}" destId="{9F4D5719-AEBE-469E-A608-AEC9684F0F9D}" srcOrd="1" destOrd="0" presId="urn:microsoft.com/office/officeart/2005/8/layout/hierarchy1"/>
    <dgm:cxn modelId="{BBE45234-3372-48AD-8058-18B3C2F92EFD}" type="presParOf" srcId="{E5AF2578-D65B-4E8E-BC9F-918FB3BF1264}" destId="{EF547B89-8EB8-42C0-AF7A-D52AB04AADC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450E3AE6-10A2-44F5-ACBD-2C631C326DC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DA79CC2-4E8A-4906-A743-B7475E4CC3EB}">
      <dgm:prSet/>
      <dgm:spPr/>
      <dgm:t>
        <a:bodyPr/>
        <a:lstStyle/>
        <a:p>
          <a:r>
            <a:rPr lang="en-IN" b="1"/>
            <a:t>Expert Testimony</a:t>
          </a:r>
          <a:r>
            <a:rPr lang="en-IN"/>
            <a:t>: Presenting evidence in a clear and understandable manner, explaining the methods used and the significance of the findings.</a:t>
          </a:r>
          <a:endParaRPr lang="en-US"/>
        </a:p>
      </dgm:t>
    </dgm:pt>
    <dgm:pt modelId="{9FEE4DC9-1B7C-415D-B562-262103EEE51F}" type="parTrans" cxnId="{4BD4B246-6ADA-477E-B62E-BB7E84342B1A}">
      <dgm:prSet/>
      <dgm:spPr/>
      <dgm:t>
        <a:bodyPr/>
        <a:lstStyle/>
        <a:p>
          <a:endParaRPr lang="en-US"/>
        </a:p>
      </dgm:t>
    </dgm:pt>
    <dgm:pt modelId="{15A7980A-CC1F-4A4D-AA07-EE332A211F09}" type="sibTrans" cxnId="{4BD4B246-6ADA-477E-B62E-BB7E84342B1A}">
      <dgm:prSet/>
      <dgm:spPr/>
      <dgm:t>
        <a:bodyPr/>
        <a:lstStyle/>
        <a:p>
          <a:endParaRPr lang="en-US"/>
        </a:p>
      </dgm:t>
    </dgm:pt>
    <dgm:pt modelId="{6D8ED930-16EC-44BF-B5D4-2C281211AAC8}">
      <dgm:prSet/>
      <dgm:spPr/>
      <dgm:t>
        <a:bodyPr/>
        <a:lstStyle/>
        <a:p>
          <a:r>
            <a:rPr lang="en-IN" b="1"/>
            <a:t>Cross-Examination</a:t>
          </a:r>
          <a:r>
            <a:rPr lang="en-IN"/>
            <a:t>: Responding to questions from legal representatives to validate the credibility of the evidence and the investigation process.</a:t>
          </a:r>
          <a:endParaRPr lang="en-US"/>
        </a:p>
      </dgm:t>
    </dgm:pt>
    <dgm:pt modelId="{E9530B9A-1307-4C8A-8E81-596B18FFC550}" type="parTrans" cxnId="{2CB79225-CF16-4D71-BBBA-93AFE91C92BB}">
      <dgm:prSet/>
      <dgm:spPr/>
      <dgm:t>
        <a:bodyPr/>
        <a:lstStyle/>
        <a:p>
          <a:endParaRPr lang="en-US"/>
        </a:p>
      </dgm:t>
    </dgm:pt>
    <dgm:pt modelId="{C8040F5F-10E6-4E33-8A86-EBA5FF5CED28}" type="sibTrans" cxnId="{2CB79225-CF16-4D71-BBBA-93AFE91C92BB}">
      <dgm:prSet/>
      <dgm:spPr/>
      <dgm:t>
        <a:bodyPr/>
        <a:lstStyle/>
        <a:p>
          <a:endParaRPr lang="en-US"/>
        </a:p>
      </dgm:t>
    </dgm:pt>
    <dgm:pt modelId="{652D6B29-B684-4801-84FE-538DCE9A1A4E}" type="pres">
      <dgm:prSet presAssocID="{450E3AE6-10A2-44F5-ACBD-2C631C326DC0}" presName="root" presStyleCnt="0">
        <dgm:presLayoutVars>
          <dgm:dir/>
          <dgm:resizeHandles val="exact"/>
        </dgm:presLayoutVars>
      </dgm:prSet>
      <dgm:spPr/>
    </dgm:pt>
    <dgm:pt modelId="{006062D0-110A-4A37-970C-546B1C2E8DF6}" type="pres">
      <dgm:prSet presAssocID="{CDA79CC2-4E8A-4906-A743-B7475E4CC3EB}" presName="compNode" presStyleCnt="0"/>
      <dgm:spPr/>
    </dgm:pt>
    <dgm:pt modelId="{B4573A69-90E2-4851-993F-39CA09F38B2E}" type="pres">
      <dgm:prSet presAssocID="{CDA79CC2-4E8A-4906-A743-B7475E4CC3EB}" presName="bgRect" presStyleLbl="bgShp" presStyleIdx="0" presStyleCnt="2"/>
      <dgm:spPr/>
    </dgm:pt>
    <dgm:pt modelId="{15CEAC82-8F7D-4892-8031-4103142D656C}" type="pres">
      <dgm:prSet presAssocID="{CDA79CC2-4E8A-4906-A743-B7475E4CC3EB}"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erson with Idea"/>
        </a:ext>
      </dgm:extLst>
    </dgm:pt>
    <dgm:pt modelId="{E0FFC56A-22B7-48C8-AEBF-2FD81FF0264C}" type="pres">
      <dgm:prSet presAssocID="{CDA79CC2-4E8A-4906-A743-B7475E4CC3EB}" presName="spaceRect" presStyleCnt="0"/>
      <dgm:spPr/>
    </dgm:pt>
    <dgm:pt modelId="{F8EFD907-1199-41CD-BCD1-1026BDCAE0FC}" type="pres">
      <dgm:prSet presAssocID="{CDA79CC2-4E8A-4906-A743-B7475E4CC3EB}" presName="parTx" presStyleLbl="revTx" presStyleIdx="0" presStyleCnt="2">
        <dgm:presLayoutVars>
          <dgm:chMax val="0"/>
          <dgm:chPref val="0"/>
        </dgm:presLayoutVars>
      </dgm:prSet>
      <dgm:spPr/>
    </dgm:pt>
    <dgm:pt modelId="{825F474F-2986-4E55-8837-00443B0509E2}" type="pres">
      <dgm:prSet presAssocID="{15A7980A-CC1F-4A4D-AA07-EE332A211F09}" presName="sibTrans" presStyleCnt="0"/>
      <dgm:spPr/>
    </dgm:pt>
    <dgm:pt modelId="{462BC7B6-12FB-4D0B-B600-C937ECF8B5DA}" type="pres">
      <dgm:prSet presAssocID="{6D8ED930-16EC-44BF-B5D4-2C281211AAC8}" presName="compNode" presStyleCnt="0"/>
      <dgm:spPr/>
    </dgm:pt>
    <dgm:pt modelId="{7D72508E-DDC5-40B7-8150-16407BDBE066}" type="pres">
      <dgm:prSet presAssocID="{6D8ED930-16EC-44BF-B5D4-2C281211AAC8}" presName="bgRect" presStyleLbl="bgShp" presStyleIdx="1" presStyleCnt="2"/>
      <dgm:spPr/>
    </dgm:pt>
    <dgm:pt modelId="{63B65352-32C3-4059-8D73-5ED3ED485657}" type="pres">
      <dgm:prSet presAssocID="{6D8ED930-16EC-44BF-B5D4-2C281211AAC8}"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Judge"/>
        </a:ext>
      </dgm:extLst>
    </dgm:pt>
    <dgm:pt modelId="{DAE362B6-B7F6-453B-B115-37B43C75350C}" type="pres">
      <dgm:prSet presAssocID="{6D8ED930-16EC-44BF-B5D4-2C281211AAC8}" presName="spaceRect" presStyleCnt="0"/>
      <dgm:spPr/>
    </dgm:pt>
    <dgm:pt modelId="{EE915E54-5D9C-4D4A-A42D-46AD284F2888}" type="pres">
      <dgm:prSet presAssocID="{6D8ED930-16EC-44BF-B5D4-2C281211AAC8}" presName="parTx" presStyleLbl="revTx" presStyleIdx="1" presStyleCnt="2">
        <dgm:presLayoutVars>
          <dgm:chMax val="0"/>
          <dgm:chPref val="0"/>
        </dgm:presLayoutVars>
      </dgm:prSet>
      <dgm:spPr/>
    </dgm:pt>
  </dgm:ptLst>
  <dgm:cxnLst>
    <dgm:cxn modelId="{2CB79225-CF16-4D71-BBBA-93AFE91C92BB}" srcId="{450E3AE6-10A2-44F5-ACBD-2C631C326DC0}" destId="{6D8ED930-16EC-44BF-B5D4-2C281211AAC8}" srcOrd="1" destOrd="0" parTransId="{E9530B9A-1307-4C8A-8E81-596B18FFC550}" sibTransId="{C8040F5F-10E6-4E33-8A86-EBA5FF5CED28}"/>
    <dgm:cxn modelId="{8F8B9334-4F4A-4785-85A6-186734710819}" type="presOf" srcId="{450E3AE6-10A2-44F5-ACBD-2C631C326DC0}" destId="{652D6B29-B684-4801-84FE-538DCE9A1A4E}" srcOrd="0" destOrd="0" presId="urn:microsoft.com/office/officeart/2018/2/layout/IconVerticalSolidList"/>
    <dgm:cxn modelId="{4BD4B246-6ADA-477E-B62E-BB7E84342B1A}" srcId="{450E3AE6-10A2-44F5-ACBD-2C631C326DC0}" destId="{CDA79CC2-4E8A-4906-A743-B7475E4CC3EB}" srcOrd="0" destOrd="0" parTransId="{9FEE4DC9-1B7C-415D-B562-262103EEE51F}" sibTransId="{15A7980A-CC1F-4A4D-AA07-EE332A211F09}"/>
    <dgm:cxn modelId="{37E2D066-6EA7-4079-9920-B096B992BAB4}" type="presOf" srcId="{6D8ED930-16EC-44BF-B5D4-2C281211AAC8}" destId="{EE915E54-5D9C-4D4A-A42D-46AD284F2888}" srcOrd="0" destOrd="0" presId="urn:microsoft.com/office/officeart/2018/2/layout/IconVerticalSolidList"/>
    <dgm:cxn modelId="{19610DFC-F39A-4089-9713-6472944E074F}" type="presOf" srcId="{CDA79CC2-4E8A-4906-A743-B7475E4CC3EB}" destId="{F8EFD907-1199-41CD-BCD1-1026BDCAE0FC}" srcOrd="0" destOrd="0" presId="urn:microsoft.com/office/officeart/2018/2/layout/IconVerticalSolidList"/>
    <dgm:cxn modelId="{9175A22F-EFA7-46B1-95C3-8EEF7C2DC40B}" type="presParOf" srcId="{652D6B29-B684-4801-84FE-538DCE9A1A4E}" destId="{006062D0-110A-4A37-970C-546B1C2E8DF6}" srcOrd="0" destOrd="0" presId="urn:microsoft.com/office/officeart/2018/2/layout/IconVerticalSolidList"/>
    <dgm:cxn modelId="{99F10C86-C28D-4C58-88CA-A5AEAF4DCA38}" type="presParOf" srcId="{006062D0-110A-4A37-970C-546B1C2E8DF6}" destId="{B4573A69-90E2-4851-993F-39CA09F38B2E}" srcOrd="0" destOrd="0" presId="urn:microsoft.com/office/officeart/2018/2/layout/IconVerticalSolidList"/>
    <dgm:cxn modelId="{BAFBAA8C-9243-4580-B459-E14458D9412A}" type="presParOf" srcId="{006062D0-110A-4A37-970C-546B1C2E8DF6}" destId="{15CEAC82-8F7D-4892-8031-4103142D656C}" srcOrd="1" destOrd="0" presId="urn:microsoft.com/office/officeart/2018/2/layout/IconVerticalSolidList"/>
    <dgm:cxn modelId="{7E90021A-EC6A-4336-AA99-2238383735B3}" type="presParOf" srcId="{006062D0-110A-4A37-970C-546B1C2E8DF6}" destId="{E0FFC56A-22B7-48C8-AEBF-2FD81FF0264C}" srcOrd="2" destOrd="0" presId="urn:microsoft.com/office/officeart/2018/2/layout/IconVerticalSolidList"/>
    <dgm:cxn modelId="{2E281154-D2AF-44BF-A4DA-DF52B40D709D}" type="presParOf" srcId="{006062D0-110A-4A37-970C-546B1C2E8DF6}" destId="{F8EFD907-1199-41CD-BCD1-1026BDCAE0FC}" srcOrd="3" destOrd="0" presId="urn:microsoft.com/office/officeart/2018/2/layout/IconVerticalSolidList"/>
    <dgm:cxn modelId="{26048F61-9543-4640-A360-BFA4F433213A}" type="presParOf" srcId="{652D6B29-B684-4801-84FE-538DCE9A1A4E}" destId="{825F474F-2986-4E55-8837-00443B0509E2}" srcOrd="1" destOrd="0" presId="urn:microsoft.com/office/officeart/2018/2/layout/IconVerticalSolidList"/>
    <dgm:cxn modelId="{8399E1F5-48CB-4052-BA47-B0D887F3C70E}" type="presParOf" srcId="{652D6B29-B684-4801-84FE-538DCE9A1A4E}" destId="{462BC7B6-12FB-4D0B-B600-C937ECF8B5DA}" srcOrd="2" destOrd="0" presId="urn:microsoft.com/office/officeart/2018/2/layout/IconVerticalSolidList"/>
    <dgm:cxn modelId="{E0763B59-5C75-4C2B-9B80-3BBF4D85594A}" type="presParOf" srcId="{462BC7B6-12FB-4D0B-B600-C937ECF8B5DA}" destId="{7D72508E-DDC5-40B7-8150-16407BDBE066}" srcOrd="0" destOrd="0" presId="urn:microsoft.com/office/officeart/2018/2/layout/IconVerticalSolidList"/>
    <dgm:cxn modelId="{8E2ED97F-3628-4949-890E-2C81EAECADD4}" type="presParOf" srcId="{462BC7B6-12FB-4D0B-B600-C937ECF8B5DA}" destId="{63B65352-32C3-4059-8D73-5ED3ED485657}" srcOrd="1" destOrd="0" presId="urn:microsoft.com/office/officeart/2018/2/layout/IconVerticalSolidList"/>
    <dgm:cxn modelId="{E73572A0-6F7E-4B67-B3C2-8136E36BCBB9}" type="presParOf" srcId="{462BC7B6-12FB-4D0B-B600-C937ECF8B5DA}" destId="{DAE362B6-B7F6-453B-B115-37B43C75350C}" srcOrd="2" destOrd="0" presId="urn:microsoft.com/office/officeart/2018/2/layout/IconVerticalSolidList"/>
    <dgm:cxn modelId="{047F0F7F-E7DA-4100-A5F3-F8B486633D92}" type="presParOf" srcId="{462BC7B6-12FB-4D0B-B600-C937ECF8B5DA}" destId="{EE915E54-5D9C-4D4A-A42D-46AD284F288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9A1824-D23D-42BB-805D-4EF03E77A3F4}">
      <dsp:nvSpPr>
        <dsp:cNvPr id="0" name=""/>
        <dsp:cNvSpPr/>
      </dsp:nvSpPr>
      <dsp:spPr>
        <a:xfrm>
          <a:off x="0" y="24489"/>
          <a:ext cx="10515600" cy="676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a:t>Disk Forensics</a:t>
          </a:r>
          <a:r>
            <a:rPr lang="en-IN" sz="1700" kern="1200"/>
            <a:t>: Involves extracting data from storage devices, including hard drives, to recover active, modified, or deleted files.</a:t>
          </a:r>
          <a:endParaRPr lang="en-US" sz="1700" kern="1200"/>
        </a:p>
      </dsp:txBody>
      <dsp:txXfrm>
        <a:off x="33012" y="57501"/>
        <a:ext cx="10449576" cy="610236"/>
      </dsp:txXfrm>
    </dsp:sp>
    <dsp:sp modelId="{244237B7-3CEF-4B71-BDD8-376986966BAC}">
      <dsp:nvSpPr>
        <dsp:cNvPr id="0" name=""/>
        <dsp:cNvSpPr/>
      </dsp:nvSpPr>
      <dsp:spPr>
        <a:xfrm>
          <a:off x="0" y="749709"/>
          <a:ext cx="10515600" cy="676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a:t>Network Forensics</a:t>
          </a:r>
          <a:r>
            <a:rPr lang="en-IN" sz="1700" kern="1200"/>
            <a:t>: Focuses on monitoring and analyzing network traffic to trace unauthorized access or data breaches.</a:t>
          </a:r>
          <a:endParaRPr lang="en-US" sz="1700" kern="1200"/>
        </a:p>
      </dsp:txBody>
      <dsp:txXfrm>
        <a:off x="33012" y="782721"/>
        <a:ext cx="10449576" cy="610236"/>
      </dsp:txXfrm>
    </dsp:sp>
    <dsp:sp modelId="{D2A75402-48E9-48BF-86CA-1F1A721A18DB}">
      <dsp:nvSpPr>
        <dsp:cNvPr id="0" name=""/>
        <dsp:cNvSpPr/>
      </dsp:nvSpPr>
      <dsp:spPr>
        <a:xfrm>
          <a:off x="0" y="1474929"/>
          <a:ext cx="10515600" cy="676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a:t>Database Forensics</a:t>
          </a:r>
          <a:r>
            <a:rPr lang="en-IN" sz="1700" kern="1200"/>
            <a:t>: Examines databases and their metadata to uncover evidence of tampering or unauthorized access.</a:t>
          </a:r>
          <a:endParaRPr lang="en-US" sz="1700" kern="1200"/>
        </a:p>
      </dsp:txBody>
      <dsp:txXfrm>
        <a:off x="33012" y="1507941"/>
        <a:ext cx="10449576" cy="610236"/>
      </dsp:txXfrm>
    </dsp:sp>
    <dsp:sp modelId="{397F7970-3A1F-4B53-AC22-524DAC9E50E4}">
      <dsp:nvSpPr>
        <dsp:cNvPr id="0" name=""/>
        <dsp:cNvSpPr/>
      </dsp:nvSpPr>
      <dsp:spPr>
        <a:xfrm>
          <a:off x="0" y="2200149"/>
          <a:ext cx="10515600" cy="676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a:t>Malware Forensics</a:t>
          </a:r>
          <a:r>
            <a:rPr lang="en-IN" sz="1700" kern="1200"/>
            <a:t>: Analyzes malicious software to understand its behavior and impact, helping to develop countermeasures.</a:t>
          </a:r>
          <a:endParaRPr lang="en-US" sz="1700" kern="1200"/>
        </a:p>
      </dsp:txBody>
      <dsp:txXfrm>
        <a:off x="33012" y="2233161"/>
        <a:ext cx="10449576" cy="610236"/>
      </dsp:txXfrm>
    </dsp:sp>
    <dsp:sp modelId="{833BE6E8-76C2-4A51-8768-ADBE7F47753C}">
      <dsp:nvSpPr>
        <dsp:cNvPr id="0" name=""/>
        <dsp:cNvSpPr/>
      </dsp:nvSpPr>
      <dsp:spPr>
        <a:xfrm>
          <a:off x="0" y="2925369"/>
          <a:ext cx="10515600" cy="676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a:t>Email Forensics</a:t>
          </a:r>
          <a:r>
            <a:rPr lang="en-IN" sz="1700" kern="1200"/>
            <a:t>: Involves recovering and analyzing emails, including deleted messages and attachments, to gather evidence.</a:t>
          </a:r>
          <a:endParaRPr lang="en-US" sz="1700" kern="1200"/>
        </a:p>
      </dsp:txBody>
      <dsp:txXfrm>
        <a:off x="33012" y="2958381"/>
        <a:ext cx="10449576" cy="610236"/>
      </dsp:txXfrm>
    </dsp:sp>
    <dsp:sp modelId="{4449169B-A3A6-4D28-AC89-BB96CFBDD9C2}">
      <dsp:nvSpPr>
        <dsp:cNvPr id="0" name=""/>
        <dsp:cNvSpPr/>
      </dsp:nvSpPr>
      <dsp:spPr>
        <a:xfrm>
          <a:off x="0" y="3650589"/>
          <a:ext cx="10515600" cy="676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a:t>Mobile Forensics</a:t>
          </a:r>
          <a:r>
            <a:rPr lang="en-IN" sz="1700" kern="1200"/>
            <a:t>: Examines smartphones and tablets to retrieve data such as contacts, messages, and call logs.</a:t>
          </a:r>
          <a:endParaRPr lang="en-US" sz="1700" kern="1200"/>
        </a:p>
      </dsp:txBody>
      <dsp:txXfrm>
        <a:off x="33012" y="3683601"/>
        <a:ext cx="10449576" cy="6102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DB5D81-6AFF-4F6F-A35A-38E596E1E6D9}">
      <dsp:nvSpPr>
        <dsp:cNvPr id="0" name=""/>
        <dsp:cNvSpPr/>
      </dsp:nvSpPr>
      <dsp:spPr>
        <a:xfrm>
          <a:off x="0" y="0"/>
          <a:ext cx="8414428" cy="754704"/>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b="1" kern="1200"/>
            <a:t>Identification</a:t>
          </a:r>
          <a:r>
            <a:rPr lang="en-IN" sz="1900" kern="1200"/>
            <a:t>: Determining what evidence is present, where it is stored, and in what format.</a:t>
          </a:r>
          <a:endParaRPr lang="en-US" sz="1900" kern="1200"/>
        </a:p>
      </dsp:txBody>
      <dsp:txXfrm>
        <a:off x="22105" y="22105"/>
        <a:ext cx="7511741" cy="710494"/>
      </dsp:txXfrm>
    </dsp:sp>
    <dsp:sp modelId="{8D2A2750-4420-43F5-91C9-02DDD9801EAC}">
      <dsp:nvSpPr>
        <dsp:cNvPr id="0" name=""/>
        <dsp:cNvSpPr/>
      </dsp:nvSpPr>
      <dsp:spPr>
        <a:xfrm>
          <a:off x="628350" y="859525"/>
          <a:ext cx="8414428" cy="754704"/>
        </a:xfrm>
        <a:prstGeom prst="roundRect">
          <a:avLst>
            <a:gd name="adj" fmla="val 10000"/>
          </a:avLst>
        </a:prstGeom>
        <a:solidFill>
          <a:schemeClr val="accent2">
            <a:hueOff val="1610903"/>
            <a:satOff val="-4623"/>
            <a:lumOff val="-7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b="1" kern="1200"/>
            <a:t>Preservation</a:t>
          </a:r>
          <a:r>
            <a:rPr lang="en-IN" sz="1900" kern="1200"/>
            <a:t>: Securing the data to prevent tampering, including creating a bit-for-bit copy of the original evidence.</a:t>
          </a:r>
          <a:endParaRPr lang="en-US" sz="1900" kern="1200"/>
        </a:p>
      </dsp:txBody>
      <dsp:txXfrm>
        <a:off x="650455" y="881630"/>
        <a:ext cx="7251309" cy="710494"/>
      </dsp:txXfrm>
    </dsp:sp>
    <dsp:sp modelId="{50D0EA36-7899-4B41-99ED-E8F16740EBB3}">
      <dsp:nvSpPr>
        <dsp:cNvPr id="0" name=""/>
        <dsp:cNvSpPr/>
      </dsp:nvSpPr>
      <dsp:spPr>
        <a:xfrm>
          <a:off x="1256700" y="1719050"/>
          <a:ext cx="8414428" cy="754704"/>
        </a:xfrm>
        <a:prstGeom prst="roundRect">
          <a:avLst>
            <a:gd name="adj" fmla="val 10000"/>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b="1" kern="1200"/>
            <a:t>Analysis</a:t>
          </a:r>
          <a:r>
            <a:rPr lang="en-IN" sz="1900" kern="1200"/>
            <a:t>: Analyzing the data to reconstruct events and draw conclusions based on the evidence collected.</a:t>
          </a:r>
          <a:endParaRPr lang="en-US" sz="1900" kern="1200"/>
        </a:p>
      </dsp:txBody>
      <dsp:txXfrm>
        <a:off x="1278805" y="1741155"/>
        <a:ext cx="7251309" cy="710494"/>
      </dsp:txXfrm>
    </dsp:sp>
    <dsp:sp modelId="{4A10565F-7795-4708-9623-E87042E9C024}">
      <dsp:nvSpPr>
        <dsp:cNvPr id="0" name=""/>
        <dsp:cNvSpPr/>
      </dsp:nvSpPr>
      <dsp:spPr>
        <a:xfrm>
          <a:off x="1885050" y="2578575"/>
          <a:ext cx="8414428" cy="754704"/>
        </a:xfrm>
        <a:prstGeom prst="roundRect">
          <a:avLst>
            <a:gd name="adj" fmla="val 10000"/>
          </a:avLst>
        </a:prstGeom>
        <a:solidFill>
          <a:schemeClr val="accent2">
            <a:hueOff val="4832710"/>
            <a:satOff val="-13870"/>
            <a:lumOff val="-222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b="1" kern="1200"/>
            <a:t>Documentation</a:t>
          </a:r>
          <a:r>
            <a:rPr lang="en-IN" sz="1900" kern="1200"/>
            <a:t>: Keeping a detailed record of all findings and procedures to ensure the integrity of the investigation.</a:t>
          </a:r>
          <a:endParaRPr lang="en-US" sz="1900" kern="1200"/>
        </a:p>
      </dsp:txBody>
      <dsp:txXfrm>
        <a:off x="1907155" y="2600680"/>
        <a:ext cx="7251309" cy="710494"/>
      </dsp:txXfrm>
    </dsp:sp>
    <dsp:sp modelId="{EC1F6BAA-E496-488C-ACB2-6F19A8A10819}">
      <dsp:nvSpPr>
        <dsp:cNvPr id="0" name=""/>
        <dsp:cNvSpPr/>
      </dsp:nvSpPr>
      <dsp:spPr>
        <a:xfrm>
          <a:off x="2513400" y="3438100"/>
          <a:ext cx="8414428" cy="754704"/>
        </a:xfrm>
        <a:prstGeom prst="roundRect">
          <a:avLst>
            <a:gd name="adj" fmla="val 10000"/>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b="1" kern="1200"/>
            <a:t>Presentation</a:t>
          </a:r>
          <a:r>
            <a:rPr lang="en-IN" sz="1900" kern="1200"/>
            <a:t>: Presenting the documented findings in a court of law in a clear and understandable manner.</a:t>
          </a:r>
          <a:endParaRPr lang="en-US" sz="1900" kern="1200"/>
        </a:p>
      </dsp:txBody>
      <dsp:txXfrm>
        <a:off x="2535505" y="3460205"/>
        <a:ext cx="7251309" cy="710494"/>
      </dsp:txXfrm>
    </dsp:sp>
    <dsp:sp modelId="{D856A923-D0C6-446E-AC36-9E5F3500ECA0}">
      <dsp:nvSpPr>
        <dsp:cNvPr id="0" name=""/>
        <dsp:cNvSpPr/>
      </dsp:nvSpPr>
      <dsp:spPr>
        <a:xfrm>
          <a:off x="7923870" y="551353"/>
          <a:ext cx="490558" cy="490558"/>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8034246" y="551353"/>
        <a:ext cx="269806" cy="369145"/>
      </dsp:txXfrm>
    </dsp:sp>
    <dsp:sp modelId="{732F6370-09C3-4FAD-92A5-1D7F0CC6E6CC}">
      <dsp:nvSpPr>
        <dsp:cNvPr id="0" name=""/>
        <dsp:cNvSpPr/>
      </dsp:nvSpPr>
      <dsp:spPr>
        <a:xfrm>
          <a:off x="8552220" y="1410878"/>
          <a:ext cx="490558" cy="490558"/>
        </a:xfrm>
        <a:prstGeom prst="downArrow">
          <a:avLst>
            <a:gd name="adj1" fmla="val 55000"/>
            <a:gd name="adj2" fmla="val 45000"/>
          </a:avLst>
        </a:prstGeom>
        <a:solidFill>
          <a:schemeClr val="accent2">
            <a:tint val="40000"/>
            <a:alpha val="90000"/>
            <a:hueOff val="2244906"/>
            <a:satOff val="-20744"/>
            <a:lumOff val="-2338"/>
            <a:alphaOff val="0"/>
          </a:schemeClr>
        </a:solidFill>
        <a:ln w="19050" cap="flat" cmpd="sng" algn="ctr">
          <a:solidFill>
            <a:schemeClr val="accent2">
              <a:tint val="40000"/>
              <a:alpha val="90000"/>
              <a:hueOff val="2244906"/>
              <a:satOff val="-20744"/>
              <a:lumOff val="-23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8662596" y="1410878"/>
        <a:ext cx="269806" cy="369145"/>
      </dsp:txXfrm>
    </dsp:sp>
    <dsp:sp modelId="{EC693E60-11C3-4789-BF52-D3BEF4AE0332}">
      <dsp:nvSpPr>
        <dsp:cNvPr id="0" name=""/>
        <dsp:cNvSpPr/>
      </dsp:nvSpPr>
      <dsp:spPr>
        <a:xfrm>
          <a:off x="9180570" y="2257825"/>
          <a:ext cx="490558" cy="490558"/>
        </a:xfrm>
        <a:prstGeom prst="downArrow">
          <a:avLst>
            <a:gd name="adj1" fmla="val 55000"/>
            <a:gd name="adj2" fmla="val 45000"/>
          </a:avLst>
        </a:prstGeom>
        <a:solidFill>
          <a:schemeClr val="accent2">
            <a:tint val="40000"/>
            <a:alpha val="90000"/>
            <a:hueOff val="4489812"/>
            <a:satOff val="-41488"/>
            <a:lumOff val="-4677"/>
            <a:alphaOff val="0"/>
          </a:schemeClr>
        </a:solidFill>
        <a:ln w="19050" cap="flat" cmpd="sng" algn="ctr">
          <a:solidFill>
            <a:schemeClr val="accent2">
              <a:tint val="40000"/>
              <a:alpha val="90000"/>
              <a:hueOff val="4489812"/>
              <a:satOff val="-41488"/>
              <a:lumOff val="-46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9290946" y="2257825"/>
        <a:ext cx="269806" cy="369145"/>
      </dsp:txXfrm>
    </dsp:sp>
    <dsp:sp modelId="{0006482C-6594-4428-B3DC-A81CD1D7F3B3}">
      <dsp:nvSpPr>
        <dsp:cNvPr id="0" name=""/>
        <dsp:cNvSpPr/>
      </dsp:nvSpPr>
      <dsp:spPr>
        <a:xfrm>
          <a:off x="9808920" y="3125736"/>
          <a:ext cx="490558" cy="490558"/>
        </a:xfrm>
        <a:prstGeom prst="downArrow">
          <a:avLst>
            <a:gd name="adj1" fmla="val 55000"/>
            <a:gd name="adj2" fmla="val 45000"/>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9919296" y="3125736"/>
        <a:ext cx="269806" cy="3691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90FE97-20BB-42A4-8072-1B4AC3D110A3}">
      <dsp:nvSpPr>
        <dsp:cNvPr id="0" name=""/>
        <dsp:cNvSpPr/>
      </dsp:nvSpPr>
      <dsp:spPr>
        <a:xfrm>
          <a:off x="0" y="299169"/>
          <a:ext cx="10515600" cy="1193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IN" sz="3000" kern="1200"/>
            <a:t>Cyber forensics plays a vital role in solving digital crimes, including identity theft, fraud, and cyberbullying.</a:t>
          </a:r>
          <a:endParaRPr lang="en-US" sz="3000" kern="1200"/>
        </a:p>
      </dsp:txBody>
      <dsp:txXfrm>
        <a:off x="58257" y="357426"/>
        <a:ext cx="10399086" cy="1076886"/>
      </dsp:txXfrm>
    </dsp:sp>
    <dsp:sp modelId="{605F2D46-49A6-4E32-A97B-E777E70846EE}">
      <dsp:nvSpPr>
        <dsp:cNvPr id="0" name=""/>
        <dsp:cNvSpPr/>
      </dsp:nvSpPr>
      <dsp:spPr>
        <a:xfrm>
          <a:off x="0" y="1578969"/>
          <a:ext cx="10515600" cy="1193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IN" sz="3000" kern="1200"/>
            <a:t>It helps organizations track security breaches, recover lost data, and protect their assets.</a:t>
          </a:r>
          <a:endParaRPr lang="en-US" sz="3000" kern="1200"/>
        </a:p>
      </dsp:txBody>
      <dsp:txXfrm>
        <a:off x="58257" y="1637226"/>
        <a:ext cx="10399086" cy="1076886"/>
      </dsp:txXfrm>
    </dsp:sp>
    <dsp:sp modelId="{E35ADD68-D216-4651-8DDE-56B04BB2FB06}">
      <dsp:nvSpPr>
        <dsp:cNvPr id="0" name=""/>
        <dsp:cNvSpPr/>
      </dsp:nvSpPr>
      <dsp:spPr>
        <a:xfrm>
          <a:off x="0" y="2858768"/>
          <a:ext cx="10515600" cy="1193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IN" sz="3000" kern="1200"/>
            <a:t>The evidence collected through cyber forensics can be crucial for legal proceedings, helping to ensure that justice is served.</a:t>
          </a:r>
          <a:endParaRPr lang="en-US" sz="3000" kern="1200"/>
        </a:p>
      </dsp:txBody>
      <dsp:txXfrm>
        <a:off x="58257" y="2917025"/>
        <a:ext cx="10399086" cy="10768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7C98A9-50FB-4B3F-B373-E551CE2EB797}">
      <dsp:nvSpPr>
        <dsp:cNvPr id="0" name=""/>
        <dsp:cNvSpPr/>
      </dsp:nvSpPr>
      <dsp:spPr>
        <a:xfrm>
          <a:off x="1333" y="3626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B32A26-AB15-4EC9-8FA6-054BAB4476DB}">
      <dsp:nvSpPr>
        <dsp:cNvPr id="0" name=""/>
        <dsp:cNvSpPr/>
      </dsp:nvSpPr>
      <dsp:spPr>
        <a:xfrm>
          <a:off x="521579" y="8569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IN" sz="3000" kern="1200"/>
            <a:t>The rapid evolution of technology means that forensic techniques must continually adapt to new threats and methods used by cybercriminals.</a:t>
          </a:r>
          <a:endParaRPr lang="en-US" sz="3000" kern="1200"/>
        </a:p>
      </dsp:txBody>
      <dsp:txXfrm>
        <a:off x="608661" y="943998"/>
        <a:ext cx="4508047" cy="2799040"/>
      </dsp:txXfrm>
    </dsp:sp>
    <dsp:sp modelId="{9429FFA1-6349-4192-9B9F-A79C8C3970E8}">
      <dsp:nvSpPr>
        <dsp:cNvPr id="0" name=""/>
        <dsp:cNvSpPr/>
      </dsp:nvSpPr>
      <dsp:spPr>
        <a:xfrm>
          <a:off x="5724037" y="3626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464B05-EF61-4FAA-87F0-EA0DAB3C0552}">
      <dsp:nvSpPr>
        <dsp:cNvPr id="0" name=""/>
        <dsp:cNvSpPr/>
      </dsp:nvSpPr>
      <dsp:spPr>
        <a:xfrm>
          <a:off x="6244283" y="8569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IN" sz="3000" kern="1200"/>
            <a:t>Ensuring the integrity of digital evidence is paramount, as any sign of tampering can render it inadmissible in court.</a:t>
          </a:r>
          <a:endParaRPr lang="en-US" sz="3000" kern="1200"/>
        </a:p>
      </dsp:txBody>
      <dsp:txXfrm>
        <a:off x="6331365" y="943998"/>
        <a:ext cx="4508047" cy="27990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6782E9-DE50-489F-B3CB-C2A6B0ADC0BF}">
      <dsp:nvSpPr>
        <dsp:cNvPr id="0" name=""/>
        <dsp:cNvSpPr/>
      </dsp:nvSpPr>
      <dsp:spPr>
        <a:xfrm>
          <a:off x="3953" y="1220"/>
          <a:ext cx="2377306" cy="505897"/>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IN" sz="1400" b="1" kern="1200"/>
            <a:t>1980s – Beginning of Cyber Forensics</a:t>
          </a:r>
          <a:r>
            <a:rPr lang="en-IN" sz="1400" kern="1200"/>
            <a:t> </a:t>
          </a:r>
          <a:endParaRPr lang="en-US" sz="1400" kern="1200"/>
        </a:p>
      </dsp:txBody>
      <dsp:txXfrm>
        <a:off x="3953" y="1220"/>
        <a:ext cx="2377306" cy="505897"/>
      </dsp:txXfrm>
    </dsp:sp>
    <dsp:sp modelId="{05AE48C0-ECF0-4CAC-84D2-9267C8DBE30D}">
      <dsp:nvSpPr>
        <dsp:cNvPr id="0" name=""/>
        <dsp:cNvSpPr/>
      </dsp:nvSpPr>
      <dsp:spPr>
        <a:xfrm>
          <a:off x="3953" y="507117"/>
          <a:ext cx="2377306" cy="3842999"/>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IN" sz="1400" kern="1200"/>
            <a:t>Emerged with the widespread use of personal computers. </a:t>
          </a:r>
          <a:endParaRPr lang="en-US" sz="1400" kern="1200"/>
        </a:p>
        <a:p>
          <a:pPr marL="114300" lvl="1" indent="-114300" algn="l" defTabSz="622300">
            <a:lnSpc>
              <a:spcPct val="90000"/>
            </a:lnSpc>
            <a:spcBef>
              <a:spcPct val="0"/>
            </a:spcBef>
            <a:spcAft>
              <a:spcPct val="15000"/>
            </a:spcAft>
            <a:buChar char="•"/>
          </a:pPr>
          <a:r>
            <a:rPr lang="en-IN" sz="1400" kern="1200"/>
            <a:t>Increasing cybercrimes created the need to investigate </a:t>
          </a:r>
          <a:r>
            <a:rPr lang="en-IN" sz="1400" b="1" kern="1200"/>
            <a:t>digital evidence</a:t>
          </a:r>
          <a:r>
            <a:rPr lang="en-IN" sz="1400" kern="1200"/>
            <a:t>. </a:t>
          </a:r>
          <a:endParaRPr lang="en-US" sz="1400" kern="1200"/>
        </a:p>
        <a:p>
          <a:pPr marL="114300" lvl="1" indent="-114300" algn="l" defTabSz="622300">
            <a:lnSpc>
              <a:spcPct val="90000"/>
            </a:lnSpc>
            <a:spcBef>
              <a:spcPct val="0"/>
            </a:spcBef>
            <a:spcAft>
              <a:spcPct val="15000"/>
            </a:spcAft>
            <a:buChar char="•"/>
          </a:pPr>
          <a:r>
            <a:rPr lang="en-IN" sz="1400" b="1" kern="1200"/>
            <a:t>1984:</a:t>
          </a:r>
          <a:r>
            <a:rPr lang="en-IN" sz="1400" kern="1200"/>
            <a:t> FBI established the </a:t>
          </a:r>
          <a:r>
            <a:rPr lang="en-IN" sz="1400" b="1" kern="1200"/>
            <a:t>Computer Analysis and Response Team (CART)</a:t>
          </a:r>
          <a:r>
            <a:rPr lang="en-IN" sz="1400" kern="1200"/>
            <a:t>. </a:t>
          </a:r>
          <a:endParaRPr lang="en-US" sz="1400" kern="1200"/>
        </a:p>
        <a:p>
          <a:pPr marL="114300" lvl="1" indent="-114300" algn="l" defTabSz="622300">
            <a:lnSpc>
              <a:spcPct val="90000"/>
            </a:lnSpc>
            <a:spcBef>
              <a:spcPct val="0"/>
            </a:spcBef>
            <a:spcAft>
              <a:spcPct val="15000"/>
            </a:spcAft>
            <a:buChar char="•"/>
          </a:pPr>
          <a:r>
            <a:rPr lang="en-IN" sz="1400" kern="1200"/>
            <a:t>UK Metropolitan Police established a </a:t>
          </a:r>
          <a:r>
            <a:rPr lang="en-IN" sz="1400" b="1" kern="1200"/>
            <a:t>computer crime unit</a:t>
          </a:r>
          <a:r>
            <a:rPr lang="en-IN" sz="1400" kern="1200"/>
            <a:t> within the Fraud Squad. </a:t>
          </a:r>
          <a:endParaRPr lang="en-US" sz="1400" kern="1200"/>
        </a:p>
        <a:p>
          <a:pPr marL="114300" lvl="1" indent="-114300" algn="l" defTabSz="622300">
            <a:lnSpc>
              <a:spcPct val="90000"/>
            </a:lnSpc>
            <a:spcBef>
              <a:spcPct val="0"/>
            </a:spcBef>
            <a:spcAft>
              <a:spcPct val="15000"/>
            </a:spcAft>
            <a:buChar char="•"/>
          </a:pPr>
          <a:r>
            <a:rPr lang="en-IN" sz="1400" kern="1200"/>
            <a:t>Early investigations relied mainly on </a:t>
          </a:r>
          <a:r>
            <a:rPr lang="en-IN" sz="1400" b="1" kern="1200"/>
            <a:t>ad-hoc methods</a:t>
          </a:r>
          <a:r>
            <a:rPr lang="en-IN" sz="1400" kern="1200"/>
            <a:t> without standardized procedures. </a:t>
          </a:r>
          <a:endParaRPr lang="en-US" sz="1400" kern="1200"/>
        </a:p>
      </dsp:txBody>
      <dsp:txXfrm>
        <a:off x="3953" y="507117"/>
        <a:ext cx="2377306" cy="3842999"/>
      </dsp:txXfrm>
    </dsp:sp>
    <dsp:sp modelId="{C180C2DE-A012-4870-A91C-CFA9EC7BEA6B}">
      <dsp:nvSpPr>
        <dsp:cNvPr id="0" name=""/>
        <dsp:cNvSpPr/>
      </dsp:nvSpPr>
      <dsp:spPr>
        <a:xfrm>
          <a:off x="2714082" y="1220"/>
          <a:ext cx="2377306" cy="505897"/>
        </a:xfrm>
        <a:prstGeom prst="rect">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IN" sz="1400" b="1" kern="1200"/>
            <a:t>1990s – Establishment of Standards</a:t>
          </a:r>
          <a:r>
            <a:rPr lang="en-IN" sz="1400" kern="1200"/>
            <a:t> </a:t>
          </a:r>
          <a:endParaRPr lang="en-US" sz="1400" kern="1200"/>
        </a:p>
      </dsp:txBody>
      <dsp:txXfrm>
        <a:off x="2714082" y="1220"/>
        <a:ext cx="2377306" cy="505897"/>
      </dsp:txXfrm>
    </dsp:sp>
    <dsp:sp modelId="{75A3DD99-7AD2-4FEB-969B-72FE76C5C76F}">
      <dsp:nvSpPr>
        <dsp:cNvPr id="0" name=""/>
        <dsp:cNvSpPr/>
      </dsp:nvSpPr>
      <dsp:spPr>
        <a:xfrm>
          <a:off x="2714082" y="507117"/>
          <a:ext cx="2377306" cy="3842999"/>
        </a:xfrm>
        <a:prstGeom prst="rect">
          <a:avLst/>
        </a:prstGeom>
        <a:solidFill>
          <a:schemeClr val="accent2">
            <a:tint val="40000"/>
            <a:alpha val="90000"/>
            <a:hueOff val="2244906"/>
            <a:satOff val="-20744"/>
            <a:lumOff val="-2338"/>
            <a:alphaOff val="0"/>
          </a:schemeClr>
        </a:solidFill>
        <a:ln w="19050" cap="flat" cmpd="sng" algn="ctr">
          <a:solidFill>
            <a:schemeClr val="accent2">
              <a:tint val="40000"/>
              <a:alpha val="90000"/>
              <a:hueOff val="2244906"/>
              <a:satOff val="-20744"/>
              <a:lumOff val="-23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IN" sz="1400" kern="1200"/>
            <a:t>Investigators recognized the need for </a:t>
          </a:r>
          <a:r>
            <a:rPr lang="en-IN" sz="1400" b="1" kern="1200"/>
            <a:t>standardized digital forensic methods</a:t>
          </a:r>
          <a:r>
            <a:rPr lang="en-IN" sz="1400" kern="1200"/>
            <a:t>. </a:t>
          </a:r>
          <a:endParaRPr lang="en-US" sz="1400" kern="1200"/>
        </a:p>
        <a:p>
          <a:pPr marL="114300" lvl="1" indent="-114300" algn="l" defTabSz="622300">
            <a:lnSpc>
              <a:spcPct val="90000"/>
            </a:lnSpc>
            <a:spcBef>
              <a:spcPct val="0"/>
            </a:spcBef>
            <a:spcAft>
              <a:spcPct val="15000"/>
            </a:spcAft>
            <a:buChar char="•"/>
          </a:pPr>
          <a:r>
            <a:rPr lang="en-IN" sz="1400" b="1" kern="1200"/>
            <a:t>1994–1995:</a:t>
          </a:r>
          <a:r>
            <a:rPr lang="en-IN" sz="1400" kern="1200"/>
            <a:t> UK Police Staff College conferences at </a:t>
          </a:r>
          <a:r>
            <a:rPr lang="en-IN" sz="1400" b="1" kern="1200"/>
            <a:t>Bramshill</a:t>
          </a:r>
          <a:r>
            <a:rPr lang="en-IN" sz="1400" kern="1200"/>
            <a:t> contributed to modern digital forensic methodology. </a:t>
          </a:r>
          <a:endParaRPr lang="en-US" sz="1400" kern="1200"/>
        </a:p>
        <a:p>
          <a:pPr marL="114300" lvl="1" indent="-114300" algn="l" defTabSz="622300">
            <a:lnSpc>
              <a:spcPct val="90000"/>
            </a:lnSpc>
            <a:spcBef>
              <a:spcPct val="0"/>
            </a:spcBef>
            <a:spcAft>
              <a:spcPct val="15000"/>
            </a:spcAft>
            <a:buChar char="•"/>
          </a:pPr>
          <a:r>
            <a:rPr lang="en-IN" sz="1400" b="1" kern="1200"/>
            <a:t>1998:</a:t>
          </a:r>
          <a:r>
            <a:rPr lang="en-IN" sz="1400" kern="1200"/>
            <a:t> UK </a:t>
          </a:r>
          <a:r>
            <a:rPr lang="en-IN" sz="1400" b="1" kern="1200"/>
            <a:t>Association of Chief Police Officers (ACPO)</a:t>
          </a:r>
          <a:r>
            <a:rPr lang="en-IN" sz="1400" kern="1200"/>
            <a:t> published the </a:t>
          </a:r>
          <a:r>
            <a:rPr lang="en-IN" sz="1400" i="1" kern="1200"/>
            <a:t>Good Practice Guide for Digital Evidence</a:t>
          </a:r>
          <a:r>
            <a:rPr lang="en-IN" sz="1400" kern="1200"/>
            <a:t>. </a:t>
          </a:r>
          <a:endParaRPr lang="en-US" sz="1400" kern="1200"/>
        </a:p>
        <a:p>
          <a:pPr marL="114300" lvl="1" indent="-114300" algn="l" defTabSz="622300">
            <a:lnSpc>
              <a:spcPct val="90000"/>
            </a:lnSpc>
            <a:spcBef>
              <a:spcPct val="0"/>
            </a:spcBef>
            <a:spcAft>
              <a:spcPct val="15000"/>
            </a:spcAft>
            <a:buChar char="•"/>
          </a:pPr>
          <a:r>
            <a:rPr lang="en-IN" sz="1400" kern="1200"/>
            <a:t>These guidelines became the foundation for </a:t>
          </a:r>
          <a:r>
            <a:rPr lang="en-IN" sz="1400" b="1" kern="1200"/>
            <a:t>digital forensic standards and best practices</a:t>
          </a:r>
          <a:r>
            <a:rPr lang="en-IN" sz="1400" kern="1200"/>
            <a:t>. </a:t>
          </a:r>
          <a:endParaRPr lang="en-US" sz="1400" kern="1200"/>
        </a:p>
      </dsp:txBody>
      <dsp:txXfrm>
        <a:off x="2714082" y="507117"/>
        <a:ext cx="2377306" cy="3842999"/>
      </dsp:txXfrm>
    </dsp:sp>
    <dsp:sp modelId="{C6A7118A-0270-4292-A403-90E02182C5AE}">
      <dsp:nvSpPr>
        <dsp:cNvPr id="0" name=""/>
        <dsp:cNvSpPr/>
      </dsp:nvSpPr>
      <dsp:spPr>
        <a:xfrm>
          <a:off x="5424211" y="1220"/>
          <a:ext cx="2377306" cy="505897"/>
        </a:xfrm>
        <a:prstGeom prst="rect">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IN" sz="1400" b="1" kern="1200"/>
            <a:t>Training and Professional Development</a:t>
          </a:r>
          <a:r>
            <a:rPr lang="en-IN" sz="1400" kern="1200"/>
            <a:t> </a:t>
          </a:r>
          <a:endParaRPr lang="en-US" sz="1400" kern="1200"/>
        </a:p>
      </dsp:txBody>
      <dsp:txXfrm>
        <a:off x="5424211" y="1220"/>
        <a:ext cx="2377306" cy="505897"/>
      </dsp:txXfrm>
    </dsp:sp>
    <dsp:sp modelId="{A2C342B5-0354-4B41-A1A5-A95BDD2EA1E9}">
      <dsp:nvSpPr>
        <dsp:cNvPr id="0" name=""/>
        <dsp:cNvSpPr/>
      </dsp:nvSpPr>
      <dsp:spPr>
        <a:xfrm>
          <a:off x="5424211" y="507117"/>
          <a:ext cx="2377306" cy="3842999"/>
        </a:xfrm>
        <a:prstGeom prst="rect">
          <a:avLst/>
        </a:prstGeom>
        <a:solidFill>
          <a:schemeClr val="accent2">
            <a:tint val="40000"/>
            <a:alpha val="90000"/>
            <a:hueOff val="4489812"/>
            <a:satOff val="-41488"/>
            <a:lumOff val="-4677"/>
            <a:alphaOff val="0"/>
          </a:schemeClr>
        </a:solidFill>
        <a:ln w="19050" cap="flat" cmpd="sng" algn="ctr">
          <a:solidFill>
            <a:schemeClr val="accent2">
              <a:tint val="40000"/>
              <a:alpha val="90000"/>
              <a:hueOff val="4489812"/>
              <a:satOff val="-41488"/>
              <a:lumOff val="-46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IN" sz="1400" b="1" kern="1200"/>
            <a:t>IACIS</a:t>
          </a:r>
          <a:r>
            <a:rPr lang="en-IN" sz="1400" kern="1200"/>
            <a:t> (International Association of Computer Investigative Specialists) was established in the US. </a:t>
          </a:r>
          <a:endParaRPr lang="en-US" sz="1400" kern="1200"/>
        </a:p>
        <a:p>
          <a:pPr marL="114300" lvl="1" indent="-114300" algn="l" defTabSz="622300">
            <a:lnSpc>
              <a:spcPct val="90000"/>
            </a:lnSpc>
            <a:spcBef>
              <a:spcPct val="0"/>
            </a:spcBef>
            <a:spcAft>
              <a:spcPct val="15000"/>
            </a:spcAft>
            <a:buChar char="•"/>
          </a:pPr>
          <a:r>
            <a:rPr lang="en-IN" sz="1400" kern="1200"/>
            <a:t>Development of specialized training for </a:t>
          </a:r>
          <a:r>
            <a:rPr lang="en-IN" sz="1400" b="1" kern="1200"/>
            <a:t>Seized Computer Evidence Recovery Specialists (SCERS)</a:t>
          </a:r>
          <a:r>
            <a:rPr lang="en-IN" sz="1400" kern="1200"/>
            <a:t>. </a:t>
          </a:r>
          <a:endParaRPr lang="en-US" sz="1400" kern="1200"/>
        </a:p>
      </dsp:txBody>
      <dsp:txXfrm>
        <a:off x="5424211" y="507117"/>
        <a:ext cx="2377306" cy="3842999"/>
      </dsp:txXfrm>
    </dsp:sp>
    <dsp:sp modelId="{649A14DD-CD44-4608-A485-25BE566E447A}">
      <dsp:nvSpPr>
        <dsp:cNvPr id="0" name=""/>
        <dsp:cNvSpPr/>
      </dsp:nvSpPr>
      <dsp:spPr>
        <a:xfrm>
          <a:off x="8134340" y="1220"/>
          <a:ext cx="2377306" cy="505897"/>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IN" sz="1400" b="1" kern="1200"/>
            <a:t>Expansion of Cyber Forensics</a:t>
          </a:r>
          <a:r>
            <a:rPr lang="en-IN" sz="1400" kern="1200"/>
            <a:t> </a:t>
          </a:r>
          <a:endParaRPr lang="en-US" sz="1400" kern="1200"/>
        </a:p>
      </dsp:txBody>
      <dsp:txXfrm>
        <a:off x="8134340" y="1220"/>
        <a:ext cx="2377306" cy="505897"/>
      </dsp:txXfrm>
    </dsp:sp>
    <dsp:sp modelId="{D47B922B-C672-45BE-9E94-3D15B49D4394}">
      <dsp:nvSpPr>
        <dsp:cNvPr id="0" name=""/>
        <dsp:cNvSpPr/>
      </dsp:nvSpPr>
      <dsp:spPr>
        <a:xfrm>
          <a:off x="8134340" y="507117"/>
          <a:ext cx="2377306" cy="3842999"/>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IN" sz="1400" kern="1200"/>
            <a:t>Evolved from informal/ad-hoc investigations into a </a:t>
          </a:r>
          <a:r>
            <a:rPr lang="en-IN" sz="1400" b="1" kern="1200"/>
            <a:t>structured forensic discipline</a:t>
          </a:r>
          <a:r>
            <a:rPr lang="en-IN" sz="1400" kern="1200"/>
            <a:t>. </a:t>
          </a:r>
          <a:endParaRPr lang="en-US" sz="1400" kern="1200"/>
        </a:p>
        <a:p>
          <a:pPr marL="114300" lvl="1" indent="-114300" algn="l" defTabSz="622300">
            <a:lnSpc>
              <a:spcPct val="90000"/>
            </a:lnSpc>
            <a:spcBef>
              <a:spcPct val="0"/>
            </a:spcBef>
            <a:spcAft>
              <a:spcPct val="15000"/>
            </a:spcAft>
            <a:buChar char="•"/>
          </a:pPr>
          <a:r>
            <a:rPr lang="en-IN" sz="1400" kern="1200"/>
            <a:t>Adoption of </a:t>
          </a:r>
          <a:r>
            <a:rPr lang="en-IN" sz="1400" b="1" kern="1200"/>
            <a:t>standard procedures, specialized forensic tools, and trained professionals</a:t>
          </a:r>
          <a:r>
            <a:rPr lang="en-IN" sz="1400" kern="1200"/>
            <a:t>. </a:t>
          </a:r>
          <a:endParaRPr lang="en-US" sz="1400" kern="1200"/>
        </a:p>
        <a:p>
          <a:pPr marL="114300" lvl="1" indent="-114300" algn="l" defTabSz="622300">
            <a:lnSpc>
              <a:spcPct val="90000"/>
            </a:lnSpc>
            <a:spcBef>
              <a:spcPct val="0"/>
            </a:spcBef>
            <a:spcAft>
              <a:spcPct val="15000"/>
            </a:spcAft>
            <a:buChar char="•"/>
          </a:pPr>
          <a:r>
            <a:rPr lang="en-IN" sz="1400" kern="1200"/>
            <a:t>Expanded beyond law enforcement to </a:t>
          </a:r>
          <a:r>
            <a:rPr lang="en-IN" sz="1400" b="1" kern="1200"/>
            <a:t>corporate investigations and civil litigation</a:t>
          </a:r>
          <a:r>
            <a:rPr lang="en-IN" sz="1400" kern="1200"/>
            <a:t>. </a:t>
          </a:r>
          <a:endParaRPr lang="en-US" sz="1400" kern="1200"/>
        </a:p>
        <a:p>
          <a:pPr marL="114300" lvl="1" indent="-114300" algn="l" defTabSz="622300">
            <a:lnSpc>
              <a:spcPct val="90000"/>
            </a:lnSpc>
            <a:spcBef>
              <a:spcPct val="0"/>
            </a:spcBef>
            <a:spcAft>
              <a:spcPct val="15000"/>
            </a:spcAft>
            <a:buChar char="•"/>
          </a:pPr>
          <a:r>
            <a:rPr lang="en-IN" sz="1400" kern="1200"/>
            <a:t>Digital evidence became increasingly important in </a:t>
          </a:r>
          <a:r>
            <a:rPr lang="en-IN" sz="1400" b="1" kern="1200"/>
            <a:t>criminal investigations and legal proceedings</a:t>
          </a:r>
          <a:r>
            <a:rPr lang="en-IN" sz="1400" kern="1200"/>
            <a:t>.</a:t>
          </a:r>
          <a:endParaRPr lang="en-US" sz="1400" kern="1200"/>
        </a:p>
      </dsp:txBody>
      <dsp:txXfrm>
        <a:off x="8134340" y="507117"/>
        <a:ext cx="2377306" cy="384299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737A9A-1BF4-4F71-8FE9-66FC22867353}">
      <dsp:nvSpPr>
        <dsp:cNvPr id="0" name=""/>
        <dsp:cNvSpPr/>
      </dsp:nvSpPr>
      <dsp:spPr>
        <a:xfrm>
          <a:off x="1981" y="580759"/>
          <a:ext cx="1910235" cy="3031285"/>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711200">
            <a:lnSpc>
              <a:spcPct val="90000"/>
            </a:lnSpc>
            <a:spcBef>
              <a:spcPct val="0"/>
            </a:spcBef>
            <a:spcAft>
              <a:spcPct val="35000"/>
            </a:spcAft>
            <a:buNone/>
          </a:pPr>
          <a:r>
            <a:rPr lang="en-IN" sz="1600" b="1" kern="1200"/>
            <a:t>Key Aspects of Digital Forensics Science</a:t>
          </a:r>
          <a:endParaRPr lang="en-US" sz="1600" kern="1200"/>
        </a:p>
      </dsp:txBody>
      <dsp:txXfrm>
        <a:off x="1981" y="580759"/>
        <a:ext cx="1910235" cy="3031285"/>
      </dsp:txXfrm>
    </dsp:sp>
    <dsp:sp modelId="{4A7B5299-C041-40FD-A4B3-ABE2EE73A4FC}">
      <dsp:nvSpPr>
        <dsp:cNvPr id="0" name=""/>
        <dsp:cNvSpPr/>
      </dsp:nvSpPr>
      <dsp:spPr>
        <a:xfrm>
          <a:off x="1940535" y="1974902"/>
          <a:ext cx="286535" cy="243000"/>
        </a:xfrm>
        <a:prstGeom prst="rightArrow">
          <a:avLst>
            <a:gd name="adj1" fmla="val 50000"/>
            <a:gd name="adj2" fmla="val 50000"/>
          </a:avLst>
        </a:prstGeom>
        <a:solidFill>
          <a:schemeClr val="accent5">
            <a:hueOff val="-1519019"/>
            <a:satOff val="-103"/>
            <a:lumOff val="24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E136C9-A72C-440E-BFA6-8854B8EE52BB}">
      <dsp:nvSpPr>
        <dsp:cNvPr id="0" name=""/>
        <dsp:cNvSpPr/>
      </dsp:nvSpPr>
      <dsp:spPr>
        <a:xfrm>
          <a:off x="2255388" y="580759"/>
          <a:ext cx="1910235" cy="3031285"/>
        </a:xfrm>
        <a:prstGeom prst="rect">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533400">
            <a:lnSpc>
              <a:spcPct val="90000"/>
            </a:lnSpc>
            <a:spcBef>
              <a:spcPct val="0"/>
            </a:spcBef>
            <a:spcAft>
              <a:spcPct val="35000"/>
            </a:spcAft>
            <a:buNone/>
          </a:pPr>
          <a:r>
            <a:rPr lang="en-IN" sz="1200" b="1" kern="1200" dirty="0"/>
            <a:t>Identification and Collection</a:t>
          </a:r>
          <a:endParaRPr lang="en-IN" sz="1200" kern="1200" dirty="0"/>
        </a:p>
        <a:p>
          <a:pPr marL="0" lvl="0" indent="0" algn="ctr" defTabSz="533400">
            <a:lnSpc>
              <a:spcPct val="90000"/>
            </a:lnSpc>
            <a:spcBef>
              <a:spcPct val="0"/>
            </a:spcBef>
            <a:spcAft>
              <a:spcPct val="35000"/>
            </a:spcAft>
            <a:buNone/>
          </a:pPr>
          <a:r>
            <a:rPr lang="en-IN" sz="1100" kern="1200" dirty="0"/>
            <a:t> The first step in digital forensics is to identify relevant digital devices and data that may contain evidence. Law enforcement agencies often seize devices from crime scenes to ensure a proper chain of custody. Forensic teams then create forensic duplicates of the data using specialized tools to avoid tampering with the original evidence.</a:t>
          </a:r>
          <a:endParaRPr lang="en-US" sz="1100" kern="1200" dirty="0"/>
        </a:p>
      </dsp:txBody>
      <dsp:txXfrm>
        <a:off x="2255388" y="580759"/>
        <a:ext cx="1910235" cy="3031285"/>
      </dsp:txXfrm>
    </dsp:sp>
    <dsp:sp modelId="{0BD88277-B7F8-470D-AF4C-64A4A1EF5F28}">
      <dsp:nvSpPr>
        <dsp:cNvPr id="0" name=""/>
        <dsp:cNvSpPr/>
      </dsp:nvSpPr>
      <dsp:spPr>
        <a:xfrm>
          <a:off x="4193942" y="1974902"/>
          <a:ext cx="286535" cy="243000"/>
        </a:xfrm>
        <a:prstGeom prst="rightArrow">
          <a:avLst>
            <a:gd name="adj1" fmla="val 50000"/>
            <a:gd name="adj2" fmla="val 50000"/>
          </a:avLst>
        </a:prstGeom>
        <a:solidFill>
          <a:schemeClr val="accent5">
            <a:hueOff val="-4557056"/>
            <a:satOff val="-310"/>
            <a:lumOff val="73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40E559-A2C1-4EB2-9D7A-A34FF7AA9D79}">
      <dsp:nvSpPr>
        <dsp:cNvPr id="0" name=""/>
        <dsp:cNvSpPr/>
      </dsp:nvSpPr>
      <dsp:spPr>
        <a:xfrm>
          <a:off x="4508796" y="580759"/>
          <a:ext cx="1910235" cy="3031285"/>
        </a:xfrm>
        <a:prstGeom prst="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533400">
            <a:lnSpc>
              <a:spcPct val="90000"/>
            </a:lnSpc>
            <a:spcBef>
              <a:spcPct val="0"/>
            </a:spcBef>
            <a:spcAft>
              <a:spcPct val="35000"/>
            </a:spcAft>
            <a:buNone/>
          </a:pPr>
          <a:r>
            <a:rPr lang="en-IN" sz="1200" b="1" kern="1200" dirty="0"/>
            <a:t>Preservation</a:t>
          </a:r>
        </a:p>
        <a:p>
          <a:pPr marL="0" lvl="0" indent="0" algn="ctr" defTabSz="533400">
            <a:lnSpc>
              <a:spcPct val="90000"/>
            </a:lnSpc>
            <a:spcBef>
              <a:spcPct val="0"/>
            </a:spcBef>
            <a:spcAft>
              <a:spcPct val="35000"/>
            </a:spcAft>
            <a:buNone/>
          </a:pPr>
          <a:r>
            <a:rPr lang="en-IN" sz="1100" kern="1200" dirty="0"/>
            <a:t> Preserving the integrity of digital evidence is crucial in digital forensics. Forensic teams use various techniques, such as write-blockers and hashing algorithms, to ensure that the data remains unaltered during the investigation process. This is essential for maintaining the admissibility of evidence in court.</a:t>
          </a:r>
          <a:endParaRPr lang="en-US" sz="1100" kern="1200" dirty="0"/>
        </a:p>
      </dsp:txBody>
      <dsp:txXfrm>
        <a:off x="4508796" y="580759"/>
        <a:ext cx="1910235" cy="3031285"/>
      </dsp:txXfrm>
    </dsp:sp>
    <dsp:sp modelId="{EA41660F-E211-4E5D-A8BB-40254B807E1A}">
      <dsp:nvSpPr>
        <dsp:cNvPr id="0" name=""/>
        <dsp:cNvSpPr/>
      </dsp:nvSpPr>
      <dsp:spPr>
        <a:xfrm>
          <a:off x="6447350" y="1974902"/>
          <a:ext cx="286535" cy="243000"/>
        </a:xfrm>
        <a:prstGeom prst="rightArrow">
          <a:avLst>
            <a:gd name="adj1" fmla="val 50000"/>
            <a:gd name="adj2" fmla="val 50000"/>
          </a:avLst>
        </a:prstGeom>
        <a:solidFill>
          <a:schemeClr val="accent5">
            <a:hueOff val="-7595094"/>
            <a:satOff val="-516"/>
            <a:lumOff val="122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77ADCC-4FE0-47F7-8C39-44272857AB30}">
      <dsp:nvSpPr>
        <dsp:cNvPr id="0" name=""/>
        <dsp:cNvSpPr/>
      </dsp:nvSpPr>
      <dsp:spPr>
        <a:xfrm>
          <a:off x="6762204" y="580759"/>
          <a:ext cx="1910235" cy="3031285"/>
        </a:xfrm>
        <a:prstGeom prst="rect">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533400">
            <a:lnSpc>
              <a:spcPct val="90000"/>
            </a:lnSpc>
            <a:spcBef>
              <a:spcPct val="0"/>
            </a:spcBef>
            <a:spcAft>
              <a:spcPct val="35000"/>
            </a:spcAft>
            <a:buNone/>
          </a:pPr>
          <a:r>
            <a:rPr lang="en-IN" sz="1200" b="1" kern="1200" dirty="0"/>
            <a:t>Analysis</a:t>
          </a:r>
        </a:p>
        <a:p>
          <a:pPr marL="0" lvl="0" indent="0" algn="ctr" defTabSz="533400">
            <a:lnSpc>
              <a:spcPct val="90000"/>
            </a:lnSpc>
            <a:spcBef>
              <a:spcPct val="0"/>
            </a:spcBef>
            <a:spcAft>
              <a:spcPct val="35000"/>
            </a:spcAft>
            <a:buNone/>
          </a:pPr>
          <a:r>
            <a:rPr lang="en-IN" sz="1100" kern="1200" dirty="0"/>
            <a:t> Forensic examiners use a variety of tools and techniques to </a:t>
          </a:r>
          <a:r>
            <a:rPr lang="en-IN" sz="1100" kern="1200" dirty="0" err="1"/>
            <a:t>analyze</a:t>
          </a:r>
          <a:r>
            <a:rPr lang="en-IN" sz="1100" kern="1200" dirty="0"/>
            <a:t> the collected digital evidence. This may include recovering deleted files, </a:t>
          </a:r>
          <a:r>
            <a:rPr lang="en-IN" sz="1100" kern="1200" dirty="0" err="1"/>
            <a:t>analyzing</a:t>
          </a:r>
          <a:r>
            <a:rPr lang="en-IN" sz="1100" kern="1200" dirty="0"/>
            <a:t> metadata, and uncovering hidden data. Specialized software and hardware are often used to extract and process data from various types of digital devices, such as computers, mobile phones, and IoT devices.</a:t>
          </a:r>
          <a:endParaRPr lang="en-US" sz="1100" kern="1200" dirty="0"/>
        </a:p>
      </dsp:txBody>
      <dsp:txXfrm>
        <a:off x="6762204" y="580759"/>
        <a:ext cx="1910235" cy="3031285"/>
      </dsp:txXfrm>
    </dsp:sp>
    <dsp:sp modelId="{E51ED4DF-96DA-45D8-BEDA-10185E4139C5}">
      <dsp:nvSpPr>
        <dsp:cNvPr id="0" name=""/>
        <dsp:cNvSpPr/>
      </dsp:nvSpPr>
      <dsp:spPr>
        <a:xfrm>
          <a:off x="8700758" y="1974902"/>
          <a:ext cx="286535" cy="243000"/>
        </a:xfrm>
        <a:prstGeom prst="rightArrow">
          <a:avLst>
            <a:gd name="adj1" fmla="val 50000"/>
            <a:gd name="adj2" fmla="val 50000"/>
          </a:avLst>
        </a:prstGeom>
        <a:solidFill>
          <a:schemeClr val="accent5">
            <a:hueOff val="-10633130"/>
            <a:satOff val="-723"/>
            <a:lumOff val="171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05B8D2-C054-4754-905E-B80E34C4508B}">
      <dsp:nvSpPr>
        <dsp:cNvPr id="0" name=""/>
        <dsp:cNvSpPr/>
      </dsp:nvSpPr>
      <dsp:spPr>
        <a:xfrm>
          <a:off x="9015612" y="580759"/>
          <a:ext cx="1910235" cy="3031285"/>
        </a:xfrm>
        <a:prstGeom prst="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533400">
            <a:lnSpc>
              <a:spcPct val="90000"/>
            </a:lnSpc>
            <a:spcBef>
              <a:spcPct val="0"/>
            </a:spcBef>
            <a:spcAft>
              <a:spcPct val="35000"/>
            </a:spcAft>
            <a:buNone/>
          </a:pPr>
          <a:r>
            <a:rPr lang="en-IN" sz="1200" b="1" kern="1200" dirty="0"/>
            <a:t>Reporting and Presentation</a:t>
          </a:r>
        </a:p>
        <a:p>
          <a:pPr marL="0" lvl="0" indent="0" algn="ctr" defTabSz="533400">
            <a:lnSpc>
              <a:spcPct val="90000"/>
            </a:lnSpc>
            <a:spcBef>
              <a:spcPct val="0"/>
            </a:spcBef>
            <a:spcAft>
              <a:spcPct val="35000"/>
            </a:spcAft>
            <a:buNone/>
          </a:pPr>
          <a:r>
            <a:rPr lang="en-IN" sz="1100" kern="1200" dirty="0"/>
            <a:t>Once the analysis is complete, forensic experts create a formal report detailing their findings. The report must be clear, concise, and legally admissible. In court, forensic experts may be called upon to present their findings and defend their methodology under cross-examination.</a:t>
          </a:r>
          <a:endParaRPr lang="en-US" sz="1100" kern="1200" dirty="0"/>
        </a:p>
      </dsp:txBody>
      <dsp:txXfrm>
        <a:off x="9015612" y="580759"/>
        <a:ext cx="1910235" cy="303128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2A8E7C-B204-4B81-AF06-5D5EF68D1626}">
      <dsp:nvSpPr>
        <dsp:cNvPr id="0" name=""/>
        <dsp:cNvSpPr/>
      </dsp:nvSpPr>
      <dsp:spPr>
        <a:xfrm>
          <a:off x="205509" y="828340"/>
          <a:ext cx="911674" cy="91167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823FCB-B29B-4CEE-9F07-3F7E535309DF}">
      <dsp:nvSpPr>
        <dsp:cNvPr id="0" name=""/>
        <dsp:cNvSpPr/>
      </dsp:nvSpPr>
      <dsp:spPr>
        <a:xfrm>
          <a:off x="396960" y="1019791"/>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979D3D-92DE-47B3-B87E-0F579C30E5A1}">
      <dsp:nvSpPr>
        <dsp:cNvPr id="0" name=""/>
        <dsp:cNvSpPr/>
      </dsp:nvSpPr>
      <dsp:spPr>
        <a:xfrm>
          <a:off x="1312541"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IN" sz="1200" b="1" kern="1200"/>
            <a:t>Computer Forensics</a:t>
          </a:r>
          <a:r>
            <a:rPr lang="en-IN" sz="1200" kern="1200"/>
            <a:t>: Focuses on the recovery and analysis of data from computers and storage media.</a:t>
          </a:r>
          <a:endParaRPr lang="en-US" sz="1200" kern="1200"/>
        </a:p>
      </dsp:txBody>
      <dsp:txXfrm>
        <a:off x="1312541" y="828340"/>
        <a:ext cx="2148945" cy="911674"/>
      </dsp:txXfrm>
    </dsp:sp>
    <dsp:sp modelId="{168C0316-79C5-48E5-89BB-E731AA9DF8B4}">
      <dsp:nvSpPr>
        <dsp:cNvPr id="0" name=""/>
        <dsp:cNvSpPr/>
      </dsp:nvSpPr>
      <dsp:spPr>
        <a:xfrm>
          <a:off x="3835925" y="828340"/>
          <a:ext cx="911674" cy="91167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CEB314-D148-472C-8ADF-4E0F3D8945DA}">
      <dsp:nvSpPr>
        <dsp:cNvPr id="0" name=""/>
        <dsp:cNvSpPr/>
      </dsp:nvSpPr>
      <dsp:spPr>
        <a:xfrm>
          <a:off x="4027376" y="1019791"/>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6328A9-AE67-4E62-9B1E-98FC4E4ACA54}">
      <dsp:nvSpPr>
        <dsp:cNvPr id="0" name=""/>
        <dsp:cNvSpPr/>
      </dsp:nvSpPr>
      <dsp:spPr>
        <a:xfrm>
          <a:off x="4942957"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IN" sz="1200" b="1" kern="1200"/>
            <a:t>Mobile Device Forensics</a:t>
          </a:r>
          <a:r>
            <a:rPr lang="en-IN" sz="1200" kern="1200"/>
            <a:t>: Specializes in extracting and analyzing data from mobile phones, tablets, and other portable devices.</a:t>
          </a:r>
          <a:endParaRPr lang="en-US" sz="1200" kern="1200"/>
        </a:p>
      </dsp:txBody>
      <dsp:txXfrm>
        <a:off x="4942957" y="828340"/>
        <a:ext cx="2148945" cy="911674"/>
      </dsp:txXfrm>
    </dsp:sp>
    <dsp:sp modelId="{6518D270-81A0-4CA1-8379-4041EBD7C937}">
      <dsp:nvSpPr>
        <dsp:cNvPr id="0" name=""/>
        <dsp:cNvSpPr/>
      </dsp:nvSpPr>
      <dsp:spPr>
        <a:xfrm>
          <a:off x="7466341" y="828340"/>
          <a:ext cx="911674" cy="91167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FA171C-2CF9-467B-8FA7-827D4EF694BF}">
      <dsp:nvSpPr>
        <dsp:cNvPr id="0" name=""/>
        <dsp:cNvSpPr/>
      </dsp:nvSpPr>
      <dsp:spPr>
        <a:xfrm>
          <a:off x="7657792" y="1019791"/>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78F5910-2DB0-4518-A6C3-2FD58783A859}">
      <dsp:nvSpPr>
        <dsp:cNvPr id="0" name=""/>
        <dsp:cNvSpPr/>
      </dsp:nvSpPr>
      <dsp:spPr>
        <a:xfrm>
          <a:off x="8573374"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IN" sz="1200" b="1" kern="1200"/>
            <a:t>Network Forensics</a:t>
          </a:r>
          <a:r>
            <a:rPr lang="en-IN" sz="1200" kern="1200"/>
            <a:t>: Involves the monitoring and analysis of network traffic to detect and investigate security incidents.</a:t>
          </a:r>
          <a:endParaRPr lang="en-US" sz="1200" kern="1200"/>
        </a:p>
      </dsp:txBody>
      <dsp:txXfrm>
        <a:off x="8573374" y="828340"/>
        <a:ext cx="2148945" cy="911674"/>
      </dsp:txXfrm>
    </dsp:sp>
    <dsp:sp modelId="{95DF858D-FCC7-4803-A31C-68E233A1EF84}">
      <dsp:nvSpPr>
        <dsp:cNvPr id="0" name=""/>
        <dsp:cNvSpPr/>
      </dsp:nvSpPr>
      <dsp:spPr>
        <a:xfrm>
          <a:off x="205509" y="2452790"/>
          <a:ext cx="911674" cy="91167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3D549D-487E-4612-80DF-63EB05F63DC7}">
      <dsp:nvSpPr>
        <dsp:cNvPr id="0" name=""/>
        <dsp:cNvSpPr/>
      </dsp:nvSpPr>
      <dsp:spPr>
        <a:xfrm>
          <a:off x="396960" y="2644242"/>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A06985-E707-4055-9D0A-9FED7BBA5250}">
      <dsp:nvSpPr>
        <dsp:cNvPr id="0" name=""/>
        <dsp:cNvSpPr/>
      </dsp:nvSpPr>
      <dsp:spPr>
        <a:xfrm>
          <a:off x="1312541" y="245279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IN" sz="1200" b="1" kern="1200"/>
            <a:t>Database Forensics</a:t>
          </a:r>
          <a:r>
            <a:rPr lang="en-IN" sz="1200" kern="1200"/>
            <a:t>: Focuses on the forensic study of databases and their metadata to uncover evidence of tampering or unauthorized access.</a:t>
          </a:r>
          <a:endParaRPr lang="en-US" sz="1200" kern="1200"/>
        </a:p>
      </dsp:txBody>
      <dsp:txXfrm>
        <a:off x="1312541" y="2452790"/>
        <a:ext cx="2148945" cy="911674"/>
      </dsp:txXfrm>
    </dsp:sp>
    <dsp:sp modelId="{1391C05D-F21B-483A-B6D2-FC65520FF27B}">
      <dsp:nvSpPr>
        <dsp:cNvPr id="0" name=""/>
        <dsp:cNvSpPr/>
      </dsp:nvSpPr>
      <dsp:spPr>
        <a:xfrm>
          <a:off x="3835925" y="2452790"/>
          <a:ext cx="911674" cy="911674"/>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0C1C74-C72C-4F79-A063-A6F5E4A292B0}">
      <dsp:nvSpPr>
        <dsp:cNvPr id="0" name=""/>
        <dsp:cNvSpPr/>
      </dsp:nvSpPr>
      <dsp:spPr>
        <a:xfrm>
          <a:off x="4027376" y="2644242"/>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2E398C-EC4C-4D4A-9E97-D6616CA0C517}">
      <dsp:nvSpPr>
        <dsp:cNvPr id="0" name=""/>
        <dsp:cNvSpPr/>
      </dsp:nvSpPr>
      <dsp:spPr>
        <a:xfrm>
          <a:off x="4942957" y="245279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IN" sz="1200" b="1" kern="1200"/>
            <a:t>IoT Forensics</a:t>
          </a:r>
          <a:r>
            <a:rPr lang="en-IN" sz="1200" kern="1200"/>
            <a:t>: Deals with the identification and extraction of digital information from Internet of Things (IoT) devices for use in forensic investigations.</a:t>
          </a:r>
          <a:endParaRPr lang="en-US" sz="1200" kern="1200"/>
        </a:p>
      </dsp:txBody>
      <dsp:txXfrm>
        <a:off x="4942957" y="2452790"/>
        <a:ext cx="2148945" cy="91167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EAB54D-2D49-4A03-9588-A76404CE89C9}">
      <dsp:nvSpPr>
        <dsp:cNvPr id="0" name=""/>
        <dsp:cNvSpPr/>
      </dsp:nvSpPr>
      <dsp:spPr>
        <a:xfrm>
          <a:off x="0" y="1805"/>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676171-3E35-4798-9E03-FB20926F5C60}">
      <dsp:nvSpPr>
        <dsp:cNvPr id="0" name=""/>
        <dsp:cNvSpPr/>
      </dsp:nvSpPr>
      <dsp:spPr>
        <a:xfrm>
          <a:off x="276881" y="207750"/>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2FBF7C-0012-4A1E-A634-5C1724B1841A}">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11200">
            <a:lnSpc>
              <a:spcPct val="100000"/>
            </a:lnSpc>
            <a:spcBef>
              <a:spcPct val="0"/>
            </a:spcBef>
            <a:spcAft>
              <a:spcPct val="35000"/>
            </a:spcAft>
            <a:buNone/>
          </a:pPr>
          <a:r>
            <a:rPr lang="en-IN" sz="1600" b="1" kern="1200"/>
            <a:t>Rapidly evolving technologies</a:t>
          </a:r>
          <a:r>
            <a:rPr lang="en-IN" sz="1600" kern="1200"/>
            <a:t>: The pace of technological change requires forensic experts to continuously update their skills and tools to keep up with new devices and data formats.</a:t>
          </a:r>
          <a:endParaRPr lang="en-US" sz="1600" kern="1200"/>
        </a:p>
      </dsp:txBody>
      <dsp:txXfrm>
        <a:off x="1057183" y="1805"/>
        <a:ext cx="9458416" cy="915310"/>
      </dsp:txXfrm>
    </dsp:sp>
    <dsp:sp modelId="{682449DF-FADE-4EAC-847E-9DF833AB911C}">
      <dsp:nvSpPr>
        <dsp:cNvPr id="0" name=""/>
        <dsp:cNvSpPr/>
      </dsp:nvSpPr>
      <dsp:spPr>
        <a:xfrm>
          <a:off x="0" y="1145944"/>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E59F47-2AB1-41D3-8F9E-A7AD0135AE13}">
      <dsp:nvSpPr>
        <dsp:cNvPr id="0" name=""/>
        <dsp:cNvSpPr/>
      </dsp:nvSpPr>
      <dsp:spPr>
        <a:xfrm>
          <a:off x="276881" y="1351889"/>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063E91-574C-45B5-896F-B49CC3222FC7}">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11200">
            <a:lnSpc>
              <a:spcPct val="100000"/>
            </a:lnSpc>
            <a:spcBef>
              <a:spcPct val="0"/>
            </a:spcBef>
            <a:spcAft>
              <a:spcPct val="35000"/>
            </a:spcAft>
            <a:buNone/>
          </a:pPr>
          <a:r>
            <a:rPr lang="en-IN" sz="1600" b="1" kern="1200"/>
            <a:t>Encryption and anti-forensics techniques</a:t>
          </a:r>
          <a:r>
            <a:rPr lang="en-IN" sz="1600" kern="1200"/>
            <a:t>: Cybercriminals often use encryption and other techniques to hide their activities, making it more difficult for forensic experts to recover and analyze evidence.</a:t>
          </a:r>
          <a:endParaRPr lang="en-US" sz="1600" kern="1200"/>
        </a:p>
      </dsp:txBody>
      <dsp:txXfrm>
        <a:off x="1057183" y="1145944"/>
        <a:ext cx="9458416" cy="915310"/>
      </dsp:txXfrm>
    </dsp:sp>
    <dsp:sp modelId="{5B5EACF1-DAB7-4611-9A33-A170F819B8EB}">
      <dsp:nvSpPr>
        <dsp:cNvPr id="0" name=""/>
        <dsp:cNvSpPr/>
      </dsp:nvSpPr>
      <dsp:spPr>
        <a:xfrm>
          <a:off x="0" y="2290082"/>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6A85AD-90DC-41F9-A9C4-0F27006977C7}">
      <dsp:nvSpPr>
        <dsp:cNvPr id="0" name=""/>
        <dsp:cNvSpPr/>
      </dsp:nvSpPr>
      <dsp:spPr>
        <a:xfrm>
          <a:off x="276881" y="2496027"/>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DD0260-F095-42D4-9C6B-50F74A249D75}">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11200">
            <a:lnSpc>
              <a:spcPct val="100000"/>
            </a:lnSpc>
            <a:spcBef>
              <a:spcPct val="0"/>
            </a:spcBef>
            <a:spcAft>
              <a:spcPct val="35000"/>
            </a:spcAft>
            <a:buNone/>
          </a:pPr>
          <a:r>
            <a:rPr lang="en-IN" sz="1600" b="1" kern="1200"/>
            <a:t>Large volumes of data</a:t>
          </a:r>
          <a:r>
            <a:rPr lang="en-IN" sz="1600" kern="1200"/>
            <a:t>: The increasing amount of digital data generated by modern devices can make it challenging for forensic teams to efficiently process and analyze all relevant evidence.</a:t>
          </a:r>
          <a:endParaRPr lang="en-US" sz="1600" kern="1200"/>
        </a:p>
      </dsp:txBody>
      <dsp:txXfrm>
        <a:off x="1057183" y="2290082"/>
        <a:ext cx="9458416" cy="915310"/>
      </dsp:txXfrm>
    </dsp:sp>
    <dsp:sp modelId="{87E68E27-7995-4DC3-A24C-2641F54219B5}">
      <dsp:nvSpPr>
        <dsp:cNvPr id="0" name=""/>
        <dsp:cNvSpPr/>
      </dsp:nvSpPr>
      <dsp:spPr>
        <a:xfrm>
          <a:off x="0" y="3434221"/>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B70C13-B716-4094-9FCE-D720D459DAFB}">
      <dsp:nvSpPr>
        <dsp:cNvPr id="0" name=""/>
        <dsp:cNvSpPr/>
      </dsp:nvSpPr>
      <dsp:spPr>
        <a:xfrm>
          <a:off x="276881" y="3640166"/>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401B4A-8EDA-4D67-B630-88418F1E494D}">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11200">
            <a:lnSpc>
              <a:spcPct val="100000"/>
            </a:lnSpc>
            <a:spcBef>
              <a:spcPct val="0"/>
            </a:spcBef>
            <a:spcAft>
              <a:spcPct val="35000"/>
            </a:spcAft>
            <a:buNone/>
          </a:pPr>
          <a:r>
            <a:rPr lang="en-IN" sz="1600" b="1" kern="1200"/>
            <a:t>Jurisdictional issues</a:t>
          </a:r>
          <a:r>
            <a:rPr lang="en-IN" sz="1600" kern="1200"/>
            <a:t>: Cybercrimes often transcend national borders, complicating legal and jurisdictional issues related to evidence collection and sharing.</a:t>
          </a:r>
          <a:endParaRPr lang="en-US" sz="1600" kern="1200"/>
        </a:p>
      </dsp:txBody>
      <dsp:txXfrm>
        <a:off x="1057183" y="3434221"/>
        <a:ext cx="9458416" cy="91531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8059A5-7F11-4C7C-ACCA-724A2FB8D186}">
      <dsp:nvSpPr>
        <dsp:cNvPr id="0" name=""/>
        <dsp:cNvSpPr/>
      </dsp:nvSpPr>
      <dsp:spPr>
        <a:xfrm rot="5400000">
          <a:off x="6912219" y="-3066634"/>
          <a:ext cx="476777"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en-IN" sz="1100" kern="1200"/>
            <a:t>Increasing incidents of </a:t>
          </a:r>
          <a:r>
            <a:rPr lang="en-IN" sz="1100" b="1" kern="1200"/>
            <a:t>identity theft, financial fraud, hacking, and data breaches</a:t>
          </a:r>
          <a:r>
            <a:rPr lang="en-IN" sz="1100" kern="1200"/>
            <a:t>. </a:t>
          </a:r>
          <a:endParaRPr lang="en-US" sz="1100" kern="1200"/>
        </a:p>
        <a:p>
          <a:pPr marL="57150" lvl="1" indent="-57150" algn="l" defTabSz="488950">
            <a:lnSpc>
              <a:spcPct val="90000"/>
            </a:lnSpc>
            <a:spcBef>
              <a:spcPct val="0"/>
            </a:spcBef>
            <a:spcAft>
              <a:spcPct val="15000"/>
            </a:spcAft>
            <a:buChar char="•"/>
          </a:pPr>
          <a:r>
            <a:rPr lang="en-IN" sz="1100" kern="1200"/>
            <a:t>Helps investigate and combat cybercriminal activities. </a:t>
          </a:r>
          <a:endParaRPr lang="en-US" sz="1100" kern="1200"/>
        </a:p>
      </dsp:txBody>
      <dsp:txXfrm rot="-5400000">
        <a:off x="3785616" y="83243"/>
        <a:ext cx="6706710" cy="430229"/>
      </dsp:txXfrm>
    </dsp:sp>
    <dsp:sp modelId="{30DB85A9-8767-4A59-8E26-2DC0C77624E1}">
      <dsp:nvSpPr>
        <dsp:cNvPr id="0" name=""/>
        <dsp:cNvSpPr/>
      </dsp:nvSpPr>
      <dsp:spPr>
        <a:xfrm>
          <a:off x="0" y="371"/>
          <a:ext cx="3785616" cy="59597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IN" sz="1800" b="1" kern="1200"/>
            <a:t>Rising Cybercrime</a:t>
          </a:r>
          <a:r>
            <a:rPr lang="en-IN" sz="1800" kern="1200"/>
            <a:t> </a:t>
          </a:r>
          <a:endParaRPr lang="en-US" sz="1800" kern="1200"/>
        </a:p>
      </dsp:txBody>
      <dsp:txXfrm>
        <a:off x="29093" y="29464"/>
        <a:ext cx="3727430" cy="537785"/>
      </dsp:txXfrm>
    </dsp:sp>
    <dsp:sp modelId="{7B0CFF1F-5194-478C-B532-1C13761C389F}">
      <dsp:nvSpPr>
        <dsp:cNvPr id="0" name=""/>
        <dsp:cNvSpPr/>
      </dsp:nvSpPr>
      <dsp:spPr>
        <a:xfrm rot="5400000">
          <a:off x="6912219" y="-2440863"/>
          <a:ext cx="476777"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en-IN" sz="1100" kern="1200"/>
            <a:t>Computers, smartphones, servers, and IoT devices contain valuable evidence. </a:t>
          </a:r>
          <a:endParaRPr lang="en-US" sz="1100" kern="1200"/>
        </a:p>
        <a:p>
          <a:pPr marL="57150" lvl="1" indent="-57150" algn="l" defTabSz="488950">
            <a:lnSpc>
              <a:spcPct val="90000"/>
            </a:lnSpc>
            <a:spcBef>
              <a:spcPct val="0"/>
            </a:spcBef>
            <a:spcAft>
              <a:spcPct val="15000"/>
            </a:spcAft>
            <a:buChar char="•"/>
          </a:pPr>
          <a:r>
            <a:rPr lang="en-IN" sz="1100" kern="1200"/>
            <a:t>Helps </a:t>
          </a:r>
          <a:r>
            <a:rPr lang="en-IN" sz="1100" b="1" kern="1200"/>
            <a:t>recover deleted files, analyze communications, and identify criminal activities</a:t>
          </a:r>
          <a:r>
            <a:rPr lang="en-IN" sz="1100" kern="1200"/>
            <a:t>. </a:t>
          </a:r>
          <a:endParaRPr lang="en-US" sz="1100" kern="1200"/>
        </a:p>
      </dsp:txBody>
      <dsp:txXfrm rot="-5400000">
        <a:off x="3785616" y="709014"/>
        <a:ext cx="6706710" cy="430229"/>
      </dsp:txXfrm>
    </dsp:sp>
    <dsp:sp modelId="{E3FAFA50-9911-416A-BFDB-8D094EA01044}">
      <dsp:nvSpPr>
        <dsp:cNvPr id="0" name=""/>
        <dsp:cNvSpPr/>
      </dsp:nvSpPr>
      <dsp:spPr>
        <a:xfrm>
          <a:off x="0" y="626142"/>
          <a:ext cx="3785616" cy="59597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IN" sz="1800" b="1" kern="1200"/>
            <a:t>Digital Evidence</a:t>
          </a:r>
          <a:r>
            <a:rPr lang="en-IN" sz="1800" kern="1200"/>
            <a:t> </a:t>
          </a:r>
          <a:endParaRPr lang="en-US" sz="1800" kern="1200"/>
        </a:p>
      </dsp:txBody>
      <dsp:txXfrm>
        <a:off x="29093" y="655235"/>
        <a:ext cx="3727430" cy="537785"/>
      </dsp:txXfrm>
    </dsp:sp>
    <dsp:sp modelId="{2AEF7996-468A-4BDB-8531-17897BB3CE24}">
      <dsp:nvSpPr>
        <dsp:cNvPr id="0" name=""/>
        <dsp:cNvSpPr/>
      </dsp:nvSpPr>
      <dsp:spPr>
        <a:xfrm rot="5400000">
          <a:off x="6912219" y="-1815093"/>
          <a:ext cx="476777"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en-IN" sz="1100" b="1" kern="1200"/>
            <a:t>Cloud computing, mobile devices, and interconnected systems</a:t>
          </a:r>
          <a:r>
            <a:rPr lang="en-IN" sz="1100" kern="1200"/>
            <a:t> make investigations more complex. </a:t>
          </a:r>
          <a:endParaRPr lang="en-US" sz="1100" kern="1200"/>
        </a:p>
        <a:p>
          <a:pPr marL="57150" lvl="1" indent="-57150" algn="l" defTabSz="488950">
            <a:lnSpc>
              <a:spcPct val="90000"/>
            </a:lnSpc>
            <a:spcBef>
              <a:spcPct val="0"/>
            </a:spcBef>
            <a:spcAft>
              <a:spcPct val="15000"/>
            </a:spcAft>
            <a:buChar char="•"/>
          </a:pPr>
          <a:r>
            <a:rPr lang="en-IN" sz="1100" kern="1200"/>
            <a:t>Forensic tools help uncover </a:t>
          </a:r>
          <a:r>
            <a:rPr lang="en-IN" sz="1100" b="1" kern="1200"/>
            <a:t>hidden and deleted evidence</a:t>
          </a:r>
          <a:r>
            <a:rPr lang="en-IN" sz="1100" kern="1200"/>
            <a:t>. </a:t>
          </a:r>
          <a:endParaRPr lang="en-US" sz="1100" kern="1200"/>
        </a:p>
      </dsp:txBody>
      <dsp:txXfrm rot="-5400000">
        <a:off x="3785616" y="1334784"/>
        <a:ext cx="6706710" cy="430229"/>
      </dsp:txXfrm>
    </dsp:sp>
    <dsp:sp modelId="{B23B52C6-2D42-4BFF-A629-89CCFE18B850}">
      <dsp:nvSpPr>
        <dsp:cNvPr id="0" name=""/>
        <dsp:cNvSpPr/>
      </dsp:nvSpPr>
      <dsp:spPr>
        <a:xfrm>
          <a:off x="0" y="1251912"/>
          <a:ext cx="3785616" cy="59597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IN" sz="1800" b="1" kern="1200"/>
            <a:t>Complex Digital Environments</a:t>
          </a:r>
          <a:r>
            <a:rPr lang="en-IN" sz="1800" kern="1200"/>
            <a:t> </a:t>
          </a:r>
          <a:endParaRPr lang="en-US" sz="1800" kern="1200"/>
        </a:p>
      </dsp:txBody>
      <dsp:txXfrm>
        <a:off x="29093" y="1281005"/>
        <a:ext cx="3727430" cy="537785"/>
      </dsp:txXfrm>
    </dsp:sp>
    <dsp:sp modelId="{3877D382-A9DA-4496-945D-6EFDCD8FB74A}">
      <dsp:nvSpPr>
        <dsp:cNvPr id="0" name=""/>
        <dsp:cNvSpPr/>
      </dsp:nvSpPr>
      <dsp:spPr>
        <a:xfrm rot="5400000">
          <a:off x="6912219" y="-1189323"/>
          <a:ext cx="476777"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en-IN" sz="1100" kern="1200"/>
            <a:t>Digital evidence must be </a:t>
          </a:r>
          <a:r>
            <a:rPr lang="en-IN" sz="1100" b="1" kern="1200"/>
            <a:t>properly collected, preserved, and documented</a:t>
          </a:r>
          <a:r>
            <a:rPr lang="en-IN" sz="1100" kern="1200"/>
            <a:t>. </a:t>
          </a:r>
          <a:endParaRPr lang="en-US" sz="1100" kern="1200"/>
        </a:p>
        <a:p>
          <a:pPr marL="57150" lvl="1" indent="-57150" algn="l" defTabSz="488950">
            <a:lnSpc>
              <a:spcPct val="90000"/>
            </a:lnSpc>
            <a:spcBef>
              <a:spcPct val="0"/>
            </a:spcBef>
            <a:spcAft>
              <a:spcPct val="15000"/>
            </a:spcAft>
            <a:buChar char="•"/>
          </a:pPr>
          <a:r>
            <a:rPr lang="en-IN" sz="1100" kern="1200"/>
            <a:t>Maintains </a:t>
          </a:r>
          <a:r>
            <a:rPr lang="en-IN" sz="1100" b="1" kern="1200"/>
            <a:t>chain of custody</a:t>
          </a:r>
          <a:r>
            <a:rPr lang="en-IN" sz="1100" kern="1200"/>
            <a:t> and ensures evidence is admissible in court. </a:t>
          </a:r>
          <a:endParaRPr lang="en-US" sz="1100" kern="1200"/>
        </a:p>
      </dsp:txBody>
      <dsp:txXfrm rot="-5400000">
        <a:off x="3785616" y="1960554"/>
        <a:ext cx="6706710" cy="430229"/>
      </dsp:txXfrm>
    </dsp:sp>
    <dsp:sp modelId="{6FE10126-0FA5-48EA-A1C9-42AFA343229F}">
      <dsp:nvSpPr>
        <dsp:cNvPr id="0" name=""/>
        <dsp:cNvSpPr/>
      </dsp:nvSpPr>
      <dsp:spPr>
        <a:xfrm>
          <a:off x="0" y="1877683"/>
          <a:ext cx="3785616" cy="59597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IN" sz="1800" b="1" kern="1200"/>
            <a:t>Legal Requirements</a:t>
          </a:r>
          <a:r>
            <a:rPr lang="en-IN" sz="1800" kern="1200"/>
            <a:t> </a:t>
          </a:r>
          <a:endParaRPr lang="en-US" sz="1800" kern="1200"/>
        </a:p>
      </dsp:txBody>
      <dsp:txXfrm>
        <a:off x="29093" y="1906776"/>
        <a:ext cx="3727430" cy="537785"/>
      </dsp:txXfrm>
    </dsp:sp>
    <dsp:sp modelId="{DEBF3DFC-A63D-40E4-A045-396033A40A88}">
      <dsp:nvSpPr>
        <dsp:cNvPr id="0" name=""/>
        <dsp:cNvSpPr/>
      </dsp:nvSpPr>
      <dsp:spPr>
        <a:xfrm rot="5400000">
          <a:off x="6912219" y="-563552"/>
          <a:ext cx="476777"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en-IN" sz="1100" kern="1200"/>
            <a:t>Helps organizations investigate </a:t>
          </a:r>
          <a:r>
            <a:rPr lang="en-IN" sz="1100" b="1" kern="1200"/>
            <a:t>cyberattacks and data breaches</a:t>
          </a:r>
          <a:r>
            <a:rPr lang="en-IN" sz="1100" kern="1200"/>
            <a:t>. </a:t>
          </a:r>
          <a:endParaRPr lang="en-US" sz="1100" kern="1200"/>
        </a:p>
        <a:p>
          <a:pPr marL="57150" lvl="1" indent="-57150" algn="l" defTabSz="488950">
            <a:lnSpc>
              <a:spcPct val="90000"/>
            </a:lnSpc>
            <a:spcBef>
              <a:spcPct val="0"/>
            </a:spcBef>
            <a:spcAft>
              <a:spcPct val="15000"/>
            </a:spcAft>
            <a:buChar char="•"/>
          </a:pPr>
          <a:r>
            <a:rPr lang="en-IN" sz="1100" kern="1200"/>
            <a:t>Identifies vulnerabilities, recovers data, and supports </a:t>
          </a:r>
          <a:r>
            <a:rPr lang="en-IN" sz="1100" b="1" kern="1200"/>
            <a:t>regulatory compliance</a:t>
          </a:r>
          <a:r>
            <a:rPr lang="en-IN" sz="1100" kern="1200"/>
            <a:t>. </a:t>
          </a:r>
          <a:endParaRPr lang="en-US" sz="1100" kern="1200"/>
        </a:p>
      </dsp:txBody>
      <dsp:txXfrm rot="-5400000">
        <a:off x="3785616" y="2586325"/>
        <a:ext cx="6706710" cy="430229"/>
      </dsp:txXfrm>
    </dsp:sp>
    <dsp:sp modelId="{C587E060-B746-47E9-BF66-AEE1C64814BA}">
      <dsp:nvSpPr>
        <dsp:cNvPr id="0" name=""/>
        <dsp:cNvSpPr/>
      </dsp:nvSpPr>
      <dsp:spPr>
        <a:xfrm>
          <a:off x="0" y="2503453"/>
          <a:ext cx="3785616" cy="59597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IN" sz="1800" b="1" kern="1200"/>
            <a:t>Corporate Security &amp; Compliance</a:t>
          </a:r>
          <a:r>
            <a:rPr lang="en-IN" sz="1800" kern="1200"/>
            <a:t> </a:t>
          </a:r>
          <a:endParaRPr lang="en-US" sz="1800" kern="1200"/>
        </a:p>
      </dsp:txBody>
      <dsp:txXfrm>
        <a:off x="29093" y="2532546"/>
        <a:ext cx="3727430" cy="537785"/>
      </dsp:txXfrm>
    </dsp:sp>
    <dsp:sp modelId="{DF0C959A-5FA7-4463-A8A1-6E78DA409691}">
      <dsp:nvSpPr>
        <dsp:cNvPr id="0" name=""/>
        <dsp:cNvSpPr/>
      </dsp:nvSpPr>
      <dsp:spPr>
        <a:xfrm rot="5400000">
          <a:off x="6912219" y="62217"/>
          <a:ext cx="476777"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en-IN" sz="1100" kern="1200"/>
            <a:t>Helps investigate </a:t>
          </a:r>
          <a:r>
            <a:rPr lang="en-IN" sz="1100" b="1" kern="1200"/>
            <a:t>theft, unauthorized access, and misuse of confidential information</a:t>
          </a:r>
          <a:r>
            <a:rPr lang="en-IN" sz="1100" kern="1200"/>
            <a:t>. </a:t>
          </a:r>
          <a:endParaRPr lang="en-US" sz="1100" kern="1200"/>
        </a:p>
        <a:p>
          <a:pPr marL="57150" lvl="1" indent="-57150" algn="l" defTabSz="488950">
            <a:lnSpc>
              <a:spcPct val="90000"/>
            </a:lnSpc>
            <a:spcBef>
              <a:spcPct val="0"/>
            </a:spcBef>
            <a:spcAft>
              <a:spcPct val="15000"/>
            </a:spcAft>
            <a:buChar char="•"/>
          </a:pPr>
          <a:r>
            <a:rPr lang="en-IN" sz="1100" kern="1200"/>
            <a:t>Supports identification of offenders and legal action. </a:t>
          </a:r>
          <a:endParaRPr lang="en-US" sz="1100" kern="1200"/>
        </a:p>
      </dsp:txBody>
      <dsp:txXfrm rot="-5400000">
        <a:off x="3785616" y="3212094"/>
        <a:ext cx="6706710" cy="430229"/>
      </dsp:txXfrm>
    </dsp:sp>
    <dsp:sp modelId="{331361DE-FFD7-4FA6-B792-4B4BD92341F8}">
      <dsp:nvSpPr>
        <dsp:cNvPr id="0" name=""/>
        <dsp:cNvSpPr/>
      </dsp:nvSpPr>
      <dsp:spPr>
        <a:xfrm>
          <a:off x="0" y="3129223"/>
          <a:ext cx="3785616" cy="59597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IN" sz="1800" b="1" kern="1200"/>
            <a:t>Protection of Intellectual Property</a:t>
          </a:r>
          <a:r>
            <a:rPr lang="en-IN" sz="1800" kern="1200"/>
            <a:t> </a:t>
          </a:r>
          <a:endParaRPr lang="en-US" sz="1800" kern="1200"/>
        </a:p>
      </dsp:txBody>
      <dsp:txXfrm>
        <a:off x="29093" y="3158316"/>
        <a:ext cx="3727430" cy="537785"/>
      </dsp:txXfrm>
    </dsp:sp>
    <dsp:sp modelId="{F2AA27C9-A52A-464A-A5C9-37CC8C0BDFC4}">
      <dsp:nvSpPr>
        <dsp:cNvPr id="0" name=""/>
        <dsp:cNvSpPr/>
      </dsp:nvSpPr>
      <dsp:spPr>
        <a:xfrm rot="5400000">
          <a:off x="6912219" y="687988"/>
          <a:ext cx="476777"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en-IN" sz="1100" kern="1200"/>
            <a:t>Used to investigate </a:t>
          </a:r>
          <a:r>
            <a:rPr lang="en-IN" sz="1100" b="1" kern="1200"/>
            <a:t>cyberattacks, cyberterrorism, and threats from hostile entities</a:t>
          </a:r>
          <a:r>
            <a:rPr lang="en-IN" sz="1100" kern="1200"/>
            <a:t>. </a:t>
          </a:r>
          <a:endParaRPr lang="en-US" sz="1100" kern="1200"/>
        </a:p>
        <a:p>
          <a:pPr marL="57150" lvl="1" indent="-57150" algn="l" defTabSz="488950">
            <a:lnSpc>
              <a:spcPct val="90000"/>
            </a:lnSpc>
            <a:spcBef>
              <a:spcPct val="0"/>
            </a:spcBef>
            <a:spcAft>
              <a:spcPct val="15000"/>
            </a:spcAft>
            <a:buChar char="•"/>
          </a:pPr>
          <a:r>
            <a:rPr lang="en-IN" sz="1100" kern="1200"/>
            <a:t>Supports national security investigations and strengthens cybersecurity.</a:t>
          </a:r>
          <a:endParaRPr lang="en-US" sz="1100" kern="1200"/>
        </a:p>
      </dsp:txBody>
      <dsp:txXfrm rot="-5400000">
        <a:off x="3785616" y="3837865"/>
        <a:ext cx="6706710" cy="430229"/>
      </dsp:txXfrm>
    </dsp:sp>
    <dsp:sp modelId="{115F4CD8-DAF7-4F5F-B71E-F03AFEA8ED63}">
      <dsp:nvSpPr>
        <dsp:cNvPr id="0" name=""/>
        <dsp:cNvSpPr/>
      </dsp:nvSpPr>
      <dsp:spPr>
        <a:xfrm>
          <a:off x="0" y="3754994"/>
          <a:ext cx="3785616" cy="59597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IN" sz="1800" b="1" kern="1200"/>
            <a:t>National Security</a:t>
          </a:r>
          <a:r>
            <a:rPr lang="en-IN" sz="1800" kern="1200"/>
            <a:t> </a:t>
          </a:r>
          <a:endParaRPr lang="en-US" sz="1800" kern="1200"/>
        </a:p>
      </dsp:txBody>
      <dsp:txXfrm>
        <a:off x="29093" y="3784087"/>
        <a:ext cx="3727430" cy="53778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3D5793-DED9-4528-B674-794572462C98}">
      <dsp:nvSpPr>
        <dsp:cNvPr id="0" name=""/>
        <dsp:cNvSpPr/>
      </dsp:nvSpPr>
      <dsp:spPr>
        <a:xfrm>
          <a:off x="0" y="1808"/>
          <a:ext cx="10515600" cy="91661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150754-E1AB-493E-8174-8EC487E29380}">
      <dsp:nvSpPr>
        <dsp:cNvPr id="0" name=""/>
        <dsp:cNvSpPr/>
      </dsp:nvSpPr>
      <dsp:spPr>
        <a:xfrm>
          <a:off x="277275" y="208046"/>
          <a:ext cx="504136" cy="5041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C3B9F8-15A9-41C6-97C4-A9909DE2AA60}">
      <dsp:nvSpPr>
        <dsp:cNvPr id="0" name=""/>
        <dsp:cNvSpPr/>
      </dsp:nvSpPr>
      <dsp:spPr>
        <a:xfrm>
          <a:off x="1058686" y="1808"/>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666750">
            <a:lnSpc>
              <a:spcPct val="90000"/>
            </a:lnSpc>
            <a:spcBef>
              <a:spcPct val="0"/>
            </a:spcBef>
            <a:spcAft>
              <a:spcPct val="35000"/>
            </a:spcAft>
            <a:buNone/>
          </a:pPr>
          <a:r>
            <a:rPr lang="en-IN" sz="1500" b="1" kern="1200"/>
            <a:t>Comprehensive Investigations</a:t>
          </a:r>
          <a:r>
            <a:rPr lang="en-IN" sz="1500" kern="1200"/>
            <a:t>: Digital evidence allows investigators to piece together a comprehensive picture of events leading up to and following a crime. For instance, data from a suspect's smartphone can reveal their location and communications at the time of an offense, aiding in establishing intent and motive.</a:t>
          </a:r>
          <a:endParaRPr lang="en-US" sz="1500" kern="1200"/>
        </a:p>
      </dsp:txBody>
      <dsp:txXfrm>
        <a:off x="1058686" y="1808"/>
        <a:ext cx="9456913" cy="916611"/>
      </dsp:txXfrm>
    </dsp:sp>
    <dsp:sp modelId="{42CACA2B-8291-4DBC-B14F-12B49A9A1B6E}">
      <dsp:nvSpPr>
        <dsp:cNvPr id="0" name=""/>
        <dsp:cNvSpPr/>
      </dsp:nvSpPr>
      <dsp:spPr>
        <a:xfrm>
          <a:off x="0" y="1147573"/>
          <a:ext cx="10515600" cy="91661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48956A-7576-4D49-915C-D761DBB7832E}">
      <dsp:nvSpPr>
        <dsp:cNvPr id="0" name=""/>
        <dsp:cNvSpPr/>
      </dsp:nvSpPr>
      <dsp:spPr>
        <a:xfrm>
          <a:off x="277275" y="1353811"/>
          <a:ext cx="504136" cy="5041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98E6E24-C4FE-4B14-B346-95B6EEBC98F4}">
      <dsp:nvSpPr>
        <dsp:cNvPr id="0" name=""/>
        <dsp:cNvSpPr/>
      </dsp:nvSpPr>
      <dsp:spPr>
        <a:xfrm>
          <a:off x="1058686" y="1147573"/>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666750">
            <a:lnSpc>
              <a:spcPct val="90000"/>
            </a:lnSpc>
            <a:spcBef>
              <a:spcPct val="0"/>
            </a:spcBef>
            <a:spcAft>
              <a:spcPct val="35000"/>
            </a:spcAft>
            <a:buNone/>
          </a:pPr>
          <a:r>
            <a:rPr lang="en-IN" sz="1500" b="1" kern="1200"/>
            <a:t>Admissibility in Court</a:t>
          </a:r>
          <a:r>
            <a:rPr lang="en-IN" sz="1500" kern="1200"/>
            <a:t>: Properly collected and preserved digital evidence is crucial for legal proceedings. Cyber forensics ensures that evidence is handled according to legal standards, maintaining its integrity and admissibility in court.</a:t>
          </a:r>
          <a:endParaRPr lang="en-US" sz="1500" kern="1200"/>
        </a:p>
      </dsp:txBody>
      <dsp:txXfrm>
        <a:off x="1058686" y="1147573"/>
        <a:ext cx="9456913" cy="916611"/>
      </dsp:txXfrm>
    </dsp:sp>
    <dsp:sp modelId="{D6572F14-91AC-4EA9-8FC5-5AD759AF1C42}">
      <dsp:nvSpPr>
        <dsp:cNvPr id="0" name=""/>
        <dsp:cNvSpPr/>
      </dsp:nvSpPr>
      <dsp:spPr>
        <a:xfrm>
          <a:off x="0" y="2293338"/>
          <a:ext cx="10515600" cy="91661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F3539C-0C26-4958-9BD8-10EC349E2653}">
      <dsp:nvSpPr>
        <dsp:cNvPr id="0" name=""/>
        <dsp:cNvSpPr/>
      </dsp:nvSpPr>
      <dsp:spPr>
        <a:xfrm>
          <a:off x="277275" y="2499576"/>
          <a:ext cx="504136" cy="5041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A07035-FBC8-421C-B6FE-5FDB8B135351}">
      <dsp:nvSpPr>
        <dsp:cNvPr id="0" name=""/>
        <dsp:cNvSpPr/>
      </dsp:nvSpPr>
      <dsp:spPr>
        <a:xfrm>
          <a:off x="1058686" y="2293338"/>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666750">
            <a:lnSpc>
              <a:spcPct val="90000"/>
            </a:lnSpc>
            <a:spcBef>
              <a:spcPct val="0"/>
            </a:spcBef>
            <a:spcAft>
              <a:spcPct val="35000"/>
            </a:spcAft>
            <a:buNone/>
          </a:pPr>
          <a:r>
            <a:rPr lang="en-IN" sz="1500" b="1" kern="1200"/>
            <a:t>Tracing Cybercriminals</a:t>
          </a:r>
          <a:r>
            <a:rPr lang="en-IN" sz="1500" kern="1200"/>
            <a:t>: Digital evidence plays a vital role in identifying and apprehending cybercriminals. Forensic analysis can uncover hidden data, recover deleted files, and trace online activities back to individuals or groups.</a:t>
          </a:r>
          <a:endParaRPr lang="en-US" sz="1500" kern="1200"/>
        </a:p>
      </dsp:txBody>
      <dsp:txXfrm>
        <a:off x="1058686" y="2293338"/>
        <a:ext cx="9456913" cy="916611"/>
      </dsp:txXfrm>
    </dsp:sp>
    <dsp:sp modelId="{179D932F-8FAE-4764-A3BC-2056E374F1DA}">
      <dsp:nvSpPr>
        <dsp:cNvPr id="0" name=""/>
        <dsp:cNvSpPr/>
      </dsp:nvSpPr>
      <dsp:spPr>
        <a:xfrm>
          <a:off x="0" y="3439103"/>
          <a:ext cx="10515600" cy="91661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0BF5E6-7185-49F6-8FA0-DDD6FEA8F6DC}">
      <dsp:nvSpPr>
        <dsp:cNvPr id="0" name=""/>
        <dsp:cNvSpPr/>
      </dsp:nvSpPr>
      <dsp:spPr>
        <a:xfrm>
          <a:off x="277275" y="3645341"/>
          <a:ext cx="504136" cy="5041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5DAC08-3661-40A9-B436-ECA36535FDD2}">
      <dsp:nvSpPr>
        <dsp:cNvPr id="0" name=""/>
        <dsp:cNvSpPr/>
      </dsp:nvSpPr>
      <dsp:spPr>
        <a:xfrm>
          <a:off x="1058686" y="3439103"/>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666750">
            <a:lnSpc>
              <a:spcPct val="90000"/>
            </a:lnSpc>
            <a:spcBef>
              <a:spcPct val="0"/>
            </a:spcBef>
            <a:spcAft>
              <a:spcPct val="35000"/>
            </a:spcAft>
            <a:buNone/>
          </a:pPr>
          <a:r>
            <a:rPr lang="en-IN" sz="1500" b="1" kern="1200"/>
            <a:t>Supporting Other Investigations</a:t>
          </a:r>
          <a:r>
            <a:rPr lang="en-IN" sz="1500" kern="1200"/>
            <a:t>: Digital evidence is not limited to cybercrimes; it is increasingly used in traditional criminal investigations. For example, digital footprints can provide leads in cases of theft, fraud, or even violent crimes.</a:t>
          </a:r>
          <a:endParaRPr lang="en-US" sz="1500" kern="1200"/>
        </a:p>
      </dsp:txBody>
      <dsp:txXfrm>
        <a:off x="1058686" y="3439103"/>
        <a:ext cx="9456913" cy="91661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E085C5-5DF8-44A8-9AC3-08508E0AEDF4}">
      <dsp:nvSpPr>
        <dsp:cNvPr id="0" name=""/>
        <dsp:cNvSpPr/>
      </dsp:nvSpPr>
      <dsp:spPr>
        <a:xfrm>
          <a:off x="212335" y="469890"/>
          <a:ext cx="1335915" cy="13359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0CB241-340B-4CB6-BD07-0B7296553CD1}">
      <dsp:nvSpPr>
        <dsp:cNvPr id="0" name=""/>
        <dsp:cNvSpPr/>
      </dsp:nvSpPr>
      <dsp:spPr>
        <a:xfrm>
          <a:off x="492877" y="750432"/>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E66523-AD2B-45B3-A839-042147DB4C3A}">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IN" sz="1300" b="1" kern="1200"/>
            <a:t>Data Volatility</a:t>
          </a:r>
          <a:r>
            <a:rPr lang="en-IN" sz="1300" kern="1200"/>
            <a:t>: Digital evidence can be easily altered or deleted. Investigators must act quickly to capture data before it is lost, which requires specialized tools and techniques.</a:t>
          </a:r>
          <a:endParaRPr lang="en-US" sz="1300" kern="1200"/>
        </a:p>
      </dsp:txBody>
      <dsp:txXfrm>
        <a:off x="1834517" y="469890"/>
        <a:ext cx="3148942" cy="1335915"/>
      </dsp:txXfrm>
    </dsp:sp>
    <dsp:sp modelId="{59D60BB2-38B9-4BFE-963A-984713485600}">
      <dsp:nvSpPr>
        <dsp:cNvPr id="0" name=""/>
        <dsp:cNvSpPr/>
      </dsp:nvSpPr>
      <dsp:spPr>
        <a:xfrm>
          <a:off x="5532139" y="469890"/>
          <a:ext cx="1335915" cy="133591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53180A-9DD7-4C2C-9225-8496C573CA5E}">
      <dsp:nvSpPr>
        <dsp:cNvPr id="0" name=""/>
        <dsp:cNvSpPr/>
      </dsp:nvSpPr>
      <dsp:spPr>
        <a:xfrm>
          <a:off x="5812681" y="750432"/>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6CC4C6-AADB-4735-8553-1E528242E2B3}">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IN" sz="1300" b="1" kern="1200"/>
            <a:t>Encryption and Security Measures</a:t>
          </a:r>
          <a:r>
            <a:rPr lang="en-IN" sz="1300" kern="1200"/>
            <a:t>: Many devices and files are protected by encryption, making it difficult to access data without proper authorization. Forensic experts often need to employ advanced decryption methods to retrieve relevant information.</a:t>
          </a:r>
          <a:endParaRPr lang="en-US" sz="1300" kern="1200"/>
        </a:p>
      </dsp:txBody>
      <dsp:txXfrm>
        <a:off x="7154322" y="469890"/>
        <a:ext cx="3148942" cy="1335915"/>
      </dsp:txXfrm>
    </dsp:sp>
    <dsp:sp modelId="{54F816CD-842A-4A77-9F67-89ED16D02439}">
      <dsp:nvSpPr>
        <dsp:cNvPr id="0" name=""/>
        <dsp:cNvSpPr/>
      </dsp:nvSpPr>
      <dsp:spPr>
        <a:xfrm>
          <a:off x="212335" y="2545532"/>
          <a:ext cx="1335915" cy="133591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EC2420-5C33-4BA5-9EEB-12BE329CE7DD}">
      <dsp:nvSpPr>
        <dsp:cNvPr id="0" name=""/>
        <dsp:cNvSpPr/>
      </dsp:nvSpPr>
      <dsp:spPr>
        <a:xfrm>
          <a:off x="492877" y="2826074"/>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A5F450-C529-48A0-9B92-96F3D936EDEA}">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IN" sz="1300" b="1" kern="1200"/>
            <a:t>Legal and Ethical Considerations</a:t>
          </a:r>
          <a:r>
            <a:rPr lang="en-IN" sz="1300" kern="1200"/>
            <a:t>: The collection of digital evidence must comply with legal standards to ensure that it is admissible in court. This includes adhering to chain of custody protocols and obtaining necessary warrants or permissions.</a:t>
          </a:r>
          <a:endParaRPr lang="en-US" sz="1300" kern="1200"/>
        </a:p>
      </dsp:txBody>
      <dsp:txXfrm>
        <a:off x="1834517" y="2545532"/>
        <a:ext cx="3148942" cy="1335915"/>
      </dsp:txXfrm>
    </dsp:sp>
    <dsp:sp modelId="{E6021EA3-E80F-4430-A3CF-AB0339E65240}">
      <dsp:nvSpPr>
        <dsp:cNvPr id="0" name=""/>
        <dsp:cNvSpPr/>
      </dsp:nvSpPr>
      <dsp:spPr>
        <a:xfrm>
          <a:off x="5532139" y="2545532"/>
          <a:ext cx="1335915" cy="133591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4E2EFD-AC04-4DF4-9965-FDBCA13B1627}">
      <dsp:nvSpPr>
        <dsp:cNvPr id="0" name=""/>
        <dsp:cNvSpPr/>
      </dsp:nvSpPr>
      <dsp:spPr>
        <a:xfrm>
          <a:off x="5812681" y="2826074"/>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4050B9-50DD-4AF1-B5F4-34BC75CCD9AD}">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IN" sz="1300" b="1" kern="1200"/>
            <a:t>Rapid Technological Changes</a:t>
          </a:r>
          <a:r>
            <a:rPr lang="en-IN" sz="1300" kern="1200"/>
            <a:t>: The fast-paced evolution of technology means that forensic techniques must continually adapt. Investigators must stay updated on the latest tools and methods to effectively analyze new types of digital evidence.</a:t>
          </a:r>
          <a:endParaRPr lang="en-US" sz="1300" kern="1200"/>
        </a:p>
      </dsp:txBody>
      <dsp:txXfrm>
        <a:off x="7154322" y="2545532"/>
        <a:ext cx="3148942" cy="133591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8B38F4-273A-42BF-B1D3-FC03E35BE317}">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9543D4-F881-4FBE-B448-11D9DA6BAC8E}">
      <dsp:nvSpPr>
        <dsp:cNvPr id="0" name=""/>
        <dsp:cNvSpPr/>
      </dsp:nvSpPr>
      <dsp:spPr>
        <a:xfrm>
          <a:off x="376522" y="280590"/>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AF3392-78D4-456E-BB57-583A65DC91E9}">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IN" sz="2300" kern="1200"/>
            <a:t>Before any evidence can be collected, investigators must prepare by understanding the context of the investigation and identifying potential sources of digital evidence. This phase involves:</a:t>
          </a:r>
          <a:endParaRPr lang="en-US" sz="2300" kern="1200"/>
        </a:p>
      </dsp:txBody>
      <dsp:txXfrm>
        <a:off x="1437631" y="531"/>
        <a:ext cx="9077968" cy="1244702"/>
      </dsp:txXfrm>
    </dsp:sp>
    <dsp:sp modelId="{D2047EA0-0FF5-47D8-8216-2E1D57F4AD8E}">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2DCC48-3EFA-4B9E-BE1A-7915FE9B9D43}">
      <dsp:nvSpPr>
        <dsp:cNvPr id="0" name=""/>
        <dsp:cNvSpPr/>
      </dsp:nvSpPr>
      <dsp:spPr>
        <a:xfrm>
          <a:off x="376522" y="1836468"/>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10D97A-F962-4A36-9524-146922655A00}">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IN" sz="2300" b="1" kern="1200"/>
            <a:t>Planning</a:t>
          </a:r>
          <a:r>
            <a:rPr lang="en-IN" sz="2300" kern="1200"/>
            <a:t>: Determining the scope of the investigation and the types of evidence that may be relevant.</a:t>
          </a:r>
          <a:endParaRPr lang="en-US" sz="2300" kern="1200"/>
        </a:p>
      </dsp:txBody>
      <dsp:txXfrm>
        <a:off x="1437631" y="1556410"/>
        <a:ext cx="9077968" cy="1244702"/>
      </dsp:txXfrm>
    </dsp:sp>
    <dsp:sp modelId="{CF51712D-BB10-46F8-B358-A5097276463F}">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6A2F95-3486-4EE8-9DE3-44C708F351FD}">
      <dsp:nvSpPr>
        <dsp:cNvPr id="0" name=""/>
        <dsp:cNvSpPr/>
      </dsp:nvSpPr>
      <dsp:spPr>
        <a:xfrm>
          <a:off x="376522" y="3392347"/>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205DD2-6881-45D5-9DAA-B1C247EDFA29}">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IN" sz="2300" b="1" kern="1200"/>
            <a:t>Identification</a:t>
          </a:r>
          <a:r>
            <a:rPr lang="en-IN" sz="2300" kern="1200"/>
            <a:t>: Recognizing devices and data that may contain pertinent information, including computers, mobile devices, servers, and cloud storage.</a:t>
          </a:r>
          <a:endParaRPr lang="en-US" sz="2300" kern="1200"/>
        </a:p>
      </dsp:txBody>
      <dsp:txXfrm>
        <a:off x="1437631" y="3112289"/>
        <a:ext cx="9077968" cy="124470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81BDF6-29AC-4C16-B391-16D1CB2EB231}">
      <dsp:nvSpPr>
        <dsp:cNvPr id="0" name=""/>
        <dsp:cNvSpPr/>
      </dsp:nvSpPr>
      <dsp:spPr>
        <a:xfrm>
          <a:off x="2103120" y="1269"/>
          <a:ext cx="8412480" cy="130085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225" tIns="330416" rIns="163225" bIns="330416" numCol="1" spcCol="1270" anchor="ctr" anchorCtr="0">
          <a:noAutofit/>
        </a:bodyPr>
        <a:lstStyle/>
        <a:p>
          <a:pPr marL="0" lvl="0" indent="0" algn="l" defTabSz="844550">
            <a:lnSpc>
              <a:spcPct val="90000"/>
            </a:lnSpc>
            <a:spcBef>
              <a:spcPct val="0"/>
            </a:spcBef>
            <a:spcAft>
              <a:spcPct val="35000"/>
            </a:spcAft>
            <a:buNone/>
          </a:pPr>
          <a:r>
            <a:rPr lang="en-US" sz="1900" kern="1200"/>
            <a:t>Seizing Devices: Physically securing devices that may contain evidence while ensuring that no alterations occur.</a:t>
          </a:r>
        </a:p>
      </dsp:txBody>
      <dsp:txXfrm>
        <a:off x="2103120" y="1269"/>
        <a:ext cx="8412480" cy="1300850"/>
      </dsp:txXfrm>
    </dsp:sp>
    <dsp:sp modelId="{B524E285-AC0B-4EE1-B1DC-801E1EFE039B}">
      <dsp:nvSpPr>
        <dsp:cNvPr id="0" name=""/>
        <dsp:cNvSpPr/>
      </dsp:nvSpPr>
      <dsp:spPr>
        <a:xfrm>
          <a:off x="0" y="1269"/>
          <a:ext cx="2103120" cy="130085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1290" tIns="128495" rIns="111290" bIns="128495" numCol="1" spcCol="1270" anchor="ctr" anchorCtr="0">
          <a:noAutofit/>
        </a:bodyPr>
        <a:lstStyle/>
        <a:p>
          <a:pPr marL="0" lvl="0" indent="0" algn="ctr" defTabSz="1066800">
            <a:lnSpc>
              <a:spcPct val="90000"/>
            </a:lnSpc>
            <a:spcBef>
              <a:spcPct val="0"/>
            </a:spcBef>
            <a:spcAft>
              <a:spcPct val="35000"/>
            </a:spcAft>
            <a:buNone/>
          </a:pPr>
          <a:r>
            <a:rPr lang="en-US" sz="2400" kern="1200"/>
            <a:t>Seizing</a:t>
          </a:r>
        </a:p>
      </dsp:txBody>
      <dsp:txXfrm>
        <a:off x="0" y="1269"/>
        <a:ext cx="2103120" cy="1300850"/>
      </dsp:txXfrm>
    </dsp:sp>
    <dsp:sp modelId="{367D8D54-9DD7-4ADF-9BC6-C3E349485618}">
      <dsp:nvSpPr>
        <dsp:cNvPr id="0" name=""/>
        <dsp:cNvSpPr/>
      </dsp:nvSpPr>
      <dsp:spPr>
        <a:xfrm>
          <a:off x="2103120" y="1380171"/>
          <a:ext cx="8412480" cy="1300850"/>
        </a:xfrm>
        <a:prstGeom prst="rect">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225" tIns="330416" rIns="163225" bIns="330416" numCol="1" spcCol="1270" anchor="ctr" anchorCtr="0">
          <a:noAutofit/>
        </a:bodyPr>
        <a:lstStyle/>
        <a:p>
          <a:pPr marL="0" lvl="0" indent="0" algn="l" defTabSz="844550">
            <a:lnSpc>
              <a:spcPct val="90000"/>
            </a:lnSpc>
            <a:spcBef>
              <a:spcPct val="0"/>
            </a:spcBef>
            <a:spcAft>
              <a:spcPct val="35000"/>
            </a:spcAft>
            <a:buNone/>
          </a:pPr>
          <a:r>
            <a:rPr lang="en-US" sz="1900" kern="1200"/>
            <a:t>Creating Forensic Images: Making bit-for-bit copies of digital media to preserve the original data. This is crucial to prevent data loss or corruption.</a:t>
          </a:r>
        </a:p>
      </dsp:txBody>
      <dsp:txXfrm>
        <a:off x="2103120" y="1380171"/>
        <a:ext cx="8412480" cy="1300850"/>
      </dsp:txXfrm>
    </dsp:sp>
    <dsp:sp modelId="{454CEDBB-4B5A-4F59-B38B-FDF1FF97D054}">
      <dsp:nvSpPr>
        <dsp:cNvPr id="0" name=""/>
        <dsp:cNvSpPr/>
      </dsp:nvSpPr>
      <dsp:spPr>
        <a:xfrm>
          <a:off x="0" y="1380171"/>
          <a:ext cx="2103120" cy="1300850"/>
        </a:xfrm>
        <a:prstGeom prst="rect">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1290" tIns="128495" rIns="111290" bIns="128495" numCol="1" spcCol="1270" anchor="ctr" anchorCtr="0">
          <a:noAutofit/>
        </a:bodyPr>
        <a:lstStyle/>
        <a:p>
          <a:pPr marL="0" lvl="0" indent="0" algn="ctr" defTabSz="1066800">
            <a:lnSpc>
              <a:spcPct val="90000"/>
            </a:lnSpc>
            <a:spcBef>
              <a:spcPct val="0"/>
            </a:spcBef>
            <a:spcAft>
              <a:spcPct val="35000"/>
            </a:spcAft>
            <a:buNone/>
          </a:pPr>
          <a:r>
            <a:rPr lang="en-US" sz="2400" kern="1200"/>
            <a:t>Creating</a:t>
          </a:r>
        </a:p>
      </dsp:txBody>
      <dsp:txXfrm>
        <a:off x="0" y="1380171"/>
        <a:ext cx="2103120" cy="1300850"/>
      </dsp:txXfrm>
    </dsp:sp>
    <dsp:sp modelId="{9E15015F-09DF-4787-BA00-57B2CB7F87D9}">
      <dsp:nvSpPr>
        <dsp:cNvPr id="0" name=""/>
        <dsp:cNvSpPr/>
      </dsp:nvSpPr>
      <dsp:spPr>
        <a:xfrm>
          <a:off x="2103120" y="2759072"/>
          <a:ext cx="8412480" cy="1300850"/>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225" tIns="330416" rIns="163225" bIns="330416" numCol="1" spcCol="1270" anchor="ctr" anchorCtr="0">
          <a:noAutofit/>
        </a:bodyPr>
        <a:lstStyle/>
        <a:p>
          <a:pPr marL="0" lvl="0" indent="0" algn="l" defTabSz="844550">
            <a:lnSpc>
              <a:spcPct val="90000"/>
            </a:lnSpc>
            <a:spcBef>
              <a:spcPct val="0"/>
            </a:spcBef>
            <a:spcAft>
              <a:spcPct val="35000"/>
            </a:spcAft>
            <a:buNone/>
          </a:pPr>
          <a:r>
            <a:rPr lang="en-US" sz="1900" kern="1200"/>
            <a:t>Documenting the Process: Keeping detailed records of the collection process, including the time, date, and individuals involved.</a:t>
          </a:r>
        </a:p>
      </dsp:txBody>
      <dsp:txXfrm>
        <a:off x="2103120" y="2759072"/>
        <a:ext cx="8412480" cy="1300850"/>
      </dsp:txXfrm>
    </dsp:sp>
    <dsp:sp modelId="{15265BDA-5C37-4C75-9DC8-4AF18542957A}">
      <dsp:nvSpPr>
        <dsp:cNvPr id="0" name=""/>
        <dsp:cNvSpPr/>
      </dsp:nvSpPr>
      <dsp:spPr>
        <a:xfrm>
          <a:off x="0" y="2759072"/>
          <a:ext cx="2103120" cy="1300850"/>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1290" tIns="128495" rIns="111290" bIns="128495" numCol="1" spcCol="1270" anchor="ctr" anchorCtr="0">
          <a:noAutofit/>
        </a:bodyPr>
        <a:lstStyle/>
        <a:p>
          <a:pPr marL="0" lvl="0" indent="0" algn="ctr" defTabSz="1066800">
            <a:lnSpc>
              <a:spcPct val="90000"/>
            </a:lnSpc>
            <a:spcBef>
              <a:spcPct val="0"/>
            </a:spcBef>
            <a:spcAft>
              <a:spcPct val="35000"/>
            </a:spcAft>
            <a:buNone/>
          </a:pPr>
          <a:r>
            <a:rPr lang="en-US" sz="2400" kern="1200"/>
            <a:t>Documenting</a:t>
          </a:r>
        </a:p>
      </dsp:txBody>
      <dsp:txXfrm>
        <a:off x="0" y="2759072"/>
        <a:ext cx="2103120" cy="130085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832638-B6E7-4BEA-8902-CA96B8DD0DCA}">
      <dsp:nvSpPr>
        <dsp:cNvPr id="0" name=""/>
        <dsp:cNvSpPr/>
      </dsp:nvSpPr>
      <dsp:spPr>
        <a:xfrm>
          <a:off x="0" y="2125"/>
          <a:ext cx="10515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EE91FB-B97E-43EB-8CBE-6F61AACDB659}">
      <dsp:nvSpPr>
        <dsp:cNvPr id="0" name=""/>
        <dsp:cNvSpPr/>
      </dsp:nvSpPr>
      <dsp:spPr>
        <a:xfrm>
          <a:off x="0" y="2125"/>
          <a:ext cx="10515600" cy="14494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IN" sz="2900" kern="1200"/>
            <a:t>Proper handling of digital evidence during storage and transportation is vital to maintaining its integrity. This phase involves:</a:t>
          </a:r>
          <a:endParaRPr lang="en-US" sz="2900" kern="1200"/>
        </a:p>
      </dsp:txBody>
      <dsp:txXfrm>
        <a:off x="0" y="2125"/>
        <a:ext cx="10515600" cy="1449431"/>
      </dsp:txXfrm>
    </dsp:sp>
    <dsp:sp modelId="{7B150609-A9E7-42D9-93F4-55E40CEDE02C}">
      <dsp:nvSpPr>
        <dsp:cNvPr id="0" name=""/>
        <dsp:cNvSpPr/>
      </dsp:nvSpPr>
      <dsp:spPr>
        <a:xfrm>
          <a:off x="0" y="1451556"/>
          <a:ext cx="105156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91DF56-67BC-409A-B549-B113033D4FD4}">
      <dsp:nvSpPr>
        <dsp:cNvPr id="0" name=""/>
        <dsp:cNvSpPr/>
      </dsp:nvSpPr>
      <dsp:spPr>
        <a:xfrm>
          <a:off x="0" y="1451556"/>
          <a:ext cx="10515600" cy="14494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IN" sz="2900" b="1" kern="1200"/>
            <a:t>Secure Storage</a:t>
          </a:r>
          <a:r>
            <a:rPr lang="en-IN" sz="2900" kern="1200"/>
            <a:t>: Storing evidence in a controlled environment to prevent unauthorized access or damage.</a:t>
          </a:r>
          <a:endParaRPr lang="en-US" sz="2900" kern="1200"/>
        </a:p>
      </dsp:txBody>
      <dsp:txXfrm>
        <a:off x="0" y="1451556"/>
        <a:ext cx="10515600" cy="1449431"/>
      </dsp:txXfrm>
    </dsp:sp>
    <dsp:sp modelId="{88BD7F2B-B351-4741-9CB1-23995062F750}">
      <dsp:nvSpPr>
        <dsp:cNvPr id="0" name=""/>
        <dsp:cNvSpPr/>
      </dsp:nvSpPr>
      <dsp:spPr>
        <a:xfrm>
          <a:off x="0" y="2900987"/>
          <a:ext cx="10515600"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9CD32A-DD57-4C55-9614-5DA54AF40853}">
      <dsp:nvSpPr>
        <dsp:cNvPr id="0" name=""/>
        <dsp:cNvSpPr/>
      </dsp:nvSpPr>
      <dsp:spPr>
        <a:xfrm>
          <a:off x="0" y="2900987"/>
          <a:ext cx="10515600" cy="14494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IN" sz="2900" b="1" kern="1200"/>
            <a:t>Chain of Custody</a:t>
          </a:r>
          <a:r>
            <a:rPr lang="en-IN" sz="2900" kern="1200"/>
            <a:t>: Maintaining a documented trail of who handled the evidence and when, ensuring that it can be verified in court.</a:t>
          </a:r>
          <a:endParaRPr lang="en-US" sz="2900" kern="1200"/>
        </a:p>
      </dsp:txBody>
      <dsp:txXfrm>
        <a:off x="0" y="2900987"/>
        <a:ext cx="10515600" cy="1449431"/>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D404B3-E69E-4317-AE17-93AFBEA39DD4}">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2F7EC0-0056-433F-AF87-18452AB8E936}">
      <dsp:nvSpPr>
        <dsp:cNvPr id="0" name=""/>
        <dsp:cNvSpPr/>
      </dsp:nvSpPr>
      <dsp:spPr>
        <a:xfrm>
          <a:off x="375988" y="28019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7C2BAE-6F0A-4450-8C4D-5140AABCD52B}">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IN" sz="2500" b="1" kern="1200"/>
            <a:t>Data Recovery</a:t>
          </a:r>
          <a:r>
            <a:rPr lang="en-IN" sz="2500" kern="1200"/>
            <a:t>: Extracting deleted or hidden files and analyzing file systems.</a:t>
          </a:r>
          <a:endParaRPr lang="en-US" sz="2500" kern="1200"/>
        </a:p>
      </dsp:txBody>
      <dsp:txXfrm>
        <a:off x="1435590" y="531"/>
        <a:ext cx="9080009" cy="1242935"/>
      </dsp:txXfrm>
    </dsp:sp>
    <dsp:sp modelId="{502019BA-94A4-4616-A8CB-323CC3A845DF}">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A6DAB1-9767-47BD-A7DF-70AE64B4313C}">
      <dsp:nvSpPr>
        <dsp:cNvPr id="0" name=""/>
        <dsp:cNvSpPr/>
      </dsp:nvSpPr>
      <dsp:spPr>
        <a:xfrm>
          <a:off x="375988" y="183386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135D17-D5C2-4AD7-9D90-F92D6A872A68}">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IN" sz="2500" b="1" kern="1200"/>
            <a:t>Metadata Analysis</a:t>
          </a:r>
          <a:r>
            <a:rPr lang="en-IN" sz="2500" kern="1200"/>
            <a:t>: Examining metadata to understand file creation, modification dates, and user activity.</a:t>
          </a:r>
          <a:endParaRPr lang="en-US" sz="2500" kern="1200"/>
        </a:p>
      </dsp:txBody>
      <dsp:txXfrm>
        <a:off x="1435590" y="1554201"/>
        <a:ext cx="9080009" cy="1242935"/>
      </dsp:txXfrm>
    </dsp:sp>
    <dsp:sp modelId="{9D88DB08-DB75-40C0-88D8-1C5F95670B82}">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B72E33-6760-44ED-B93A-84A336F49385}">
      <dsp:nvSpPr>
        <dsp:cNvPr id="0" name=""/>
        <dsp:cNvSpPr/>
      </dsp:nvSpPr>
      <dsp:spPr>
        <a:xfrm>
          <a:off x="375988" y="338753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7A248B-11AF-48D6-98CA-AAA748724EF1}">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IN" sz="2500" b="1" kern="1200"/>
            <a:t>Using Forensic Tools</a:t>
          </a:r>
          <a:r>
            <a:rPr lang="en-IN" sz="2500" kern="1200"/>
            <a:t>: Employing specialized software like EnCase, FTK, and The Sleuth Kit to assist in the analysis.</a:t>
          </a:r>
          <a:endParaRPr lang="en-US" sz="2500" kern="1200"/>
        </a:p>
      </dsp:txBody>
      <dsp:txXfrm>
        <a:off x="1435590" y="3107870"/>
        <a:ext cx="9080009" cy="1242935"/>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5F8DE0-A3F9-4FA3-8686-D4F33403A176}">
      <dsp:nvSpPr>
        <dsp:cNvPr id="0" name=""/>
        <dsp:cNvSpPr/>
      </dsp:nvSpPr>
      <dsp:spPr>
        <a:xfrm>
          <a:off x="1333"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3344A6-A18B-43C7-81E6-F6395D60D97C}">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IN" sz="3000" b="1" kern="1200"/>
            <a:t>Identifying Patterns</a:t>
          </a:r>
          <a:r>
            <a:rPr lang="en-IN" sz="3000" kern="1200"/>
            <a:t>: Recognizing sequences of events that may indicate criminal activity.</a:t>
          </a:r>
          <a:endParaRPr lang="en-US" sz="3000" kern="1200"/>
        </a:p>
      </dsp:txBody>
      <dsp:txXfrm>
        <a:off x="608661" y="692298"/>
        <a:ext cx="4508047" cy="2799040"/>
      </dsp:txXfrm>
    </dsp:sp>
    <dsp:sp modelId="{4BE256E0-446D-4F79-9699-4BC20718952D}">
      <dsp:nvSpPr>
        <dsp:cNvPr id="0" name=""/>
        <dsp:cNvSpPr/>
      </dsp:nvSpPr>
      <dsp:spPr>
        <a:xfrm>
          <a:off x="5724037"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88D34-F445-451D-910D-6BD25674FC23}">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IN" sz="3000" b="1" kern="1200"/>
            <a:t>Attribution</a:t>
          </a:r>
          <a:r>
            <a:rPr lang="en-IN" sz="3000" kern="1200"/>
            <a:t>: Linking evidence to specific individuals or actions, helping to establish intent or involvement in a crime.</a:t>
          </a:r>
          <a:endParaRPr lang="en-US" sz="3000" kern="1200"/>
        </a:p>
      </dsp:txBody>
      <dsp:txXfrm>
        <a:off x="6331365" y="692298"/>
        <a:ext cx="4508047" cy="279904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AC3EB2-7243-4CB3-96EE-D219EB6E2BB2}">
      <dsp:nvSpPr>
        <dsp:cNvPr id="0" name=""/>
        <dsp:cNvSpPr/>
      </dsp:nvSpPr>
      <dsp:spPr>
        <a:xfrm>
          <a:off x="0" y="706671"/>
          <a:ext cx="3073451" cy="195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D9CF51-AC6C-46BC-8C37-9E1FF64835F4}">
      <dsp:nvSpPr>
        <dsp:cNvPr id="0" name=""/>
        <dsp:cNvSpPr/>
      </dsp:nvSpPr>
      <dsp:spPr>
        <a:xfrm>
          <a:off x="341494" y="10310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IN" sz="2200" b="1" kern="1200"/>
            <a:t>Findings</a:t>
          </a:r>
          <a:r>
            <a:rPr lang="en-IN" sz="2200" kern="1200"/>
            <a:t>: Detailed descriptions of the evidence analyzed and conclusions drawn.</a:t>
          </a:r>
          <a:endParaRPr lang="en-US" sz="2200" kern="1200"/>
        </a:p>
      </dsp:txBody>
      <dsp:txXfrm>
        <a:off x="398656" y="1088253"/>
        <a:ext cx="2959127" cy="1837317"/>
      </dsp:txXfrm>
    </dsp:sp>
    <dsp:sp modelId="{5D3E9AE4-B95C-45DA-881B-C728A8D88FDF}">
      <dsp:nvSpPr>
        <dsp:cNvPr id="0" name=""/>
        <dsp:cNvSpPr/>
      </dsp:nvSpPr>
      <dsp:spPr>
        <a:xfrm>
          <a:off x="3756441" y="706671"/>
          <a:ext cx="3073451" cy="195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C27C16-46B1-48D5-954B-BF1643671334}">
      <dsp:nvSpPr>
        <dsp:cNvPr id="0" name=""/>
        <dsp:cNvSpPr/>
      </dsp:nvSpPr>
      <dsp:spPr>
        <a:xfrm>
          <a:off x="4097935" y="10310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IN" sz="2200" b="1" kern="1200"/>
            <a:t>Methodology</a:t>
          </a:r>
          <a:r>
            <a:rPr lang="en-IN" sz="2200" kern="1200"/>
            <a:t>: An outline of the techniques and tools used during the investigation.</a:t>
          </a:r>
          <a:endParaRPr lang="en-US" sz="2200" kern="1200"/>
        </a:p>
      </dsp:txBody>
      <dsp:txXfrm>
        <a:off x="4155097" y="1088253"/>
        <a:ext cx="2959127" cy="1837317"/>
      </dsp:txXfrm>
    </dsp:sp>
    <dsp:sp modelId="{24097B15-C847-41DC-A552-B2AAC81AD152}">
      <dsp:nvSpPr>
        <dsp:cNvPr id="0" name=""/>
        <dsp:cNvSpPr/>
      </dsp:nvSpPr>
      <dsp:spPr>
        <a:xfrm>
          <a:off x="7512882" y="706671"/>
          <a:ext cx="3073451" cy="195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4D5719-AEBE-469E-A608-AEC9684F0F9D}">
      <dsp:nvSpPr>
        <dsp:cNvPr id="0" name=""/>
        <dsp:cNvSpPr/>
      </dsp:nvSpPr>
      <dsp:spPr>
        <a:xfrm>
          <a:off x="7854377" y="10310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IN" sz="2200" b="1" kern="1200"/>
            <a:t>Recommendations</a:t>
          </a:r>
          <a:r>
            <a:rPr lang="en-IN" sz="2200" kern="1200"/>
            <a:t>: Suggestions for further action or security improvements based on the findings.</a:t>
          </a:r>
          <a:endParaRPr lang="en-US" sz="2200" kern="1200"/>
        </a:p>
      </dsp:txBody>
      <dsp:txXfrm>
        <a:off x="7911539" y="1088253"/>
        <a:ext cx="2959127" cy="1837317"/>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573A69-90E2-4851-993F-39CA09F38B2E}">
      <dsp:nvSpPr>
        <dsp:cNvPr id="0" name=""/>
        <dsp:cNvSpPr/>
      </dsp:nvSpPr>
      <dsp:spPr>
        <a:xfrm>
          <a:off x="0" y="708097"/>
          <a:ext cx="10515600" cy="1307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CEAC82-8F7D-4892-8031-4103142D656C}">
      <dsp:nvSpPr>
        <dsp:cNvPr id="0" name=""/>
        <dsp:cNvSpPr/>
      </dsp:nvSpPr>
      <dsp:spPr>
        <a:xfrm>
          <a:off x="395445" y="1002230"/>
          <a:ext cx="718991" cy="7189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EFD907-1199-41CD-BCD1-1026BDCAE0FC}">
      <dsp:nvSpPr>
        <dsp:cNvPr id="0" name=""/>
        <dsp:cNvSpPr/>
      </dsp:nvSpPr>
      <dsp:spPr>
        <a:xfrm>
          <a:off x="1509882" y="708097"/>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1066800">
            <a:lnSpc>
              <a:spcPct val="90000"/>
            </a:lnSpc>
            <a:spcBef>
              <a:spcPct val="0"/>
            </a:spcBef>
            <a:spcAft>
              <a:spcPct val="35000"/>
            </a:spcAft>
            <a:buNone/>
          </a:pPr>
          <a:r>
            <a:rPr lang="en-IN" sz="2400" b="1" kern="1200"/>
            <a:t>Expert Testimony</a:t>
          </a:r>
          <a:r>
            <a:rPr lang="en-IN" sz="2400" kern="1200"/>
            <a:t>: Presenting evidence in a clear and understandable manner, explaining the methods used and the significance of the findings.</a:t>
          </a:r>
          <a:endParaRPr lang="en-US" sz="2400" kern="1200"/>
        </a:p>
      </dsp:txBody>
      <dsp:txXfrm>
        <a:off x="1509882" y="708097"/>
        <a:ext cx="9005717" cy="1307257"/>
      </dsp:txXfrm>
    </dsp:sp>
    <dsp:sp modelId="{7D72508E-DDC5-40B7-8150-16407BDBE066}">
      <dsp:nvSpPr>
        <dsp:cNvPr id="0" name=""/>
        <dsp:cNvSpPr/>
      </dsp:nvSpPr>
      <dsp:spPr>
        <a:xfrm>
          <a:off x="0" y="2342169"/>
          <a:ext cx="10515600" cy="13072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B65352-32C3-4059-8D73-5ED3ED485657}">
      <dsp:nvSpPr>
        <dsp:cNvPr id="0" name=""/>
        <dsp:cNvSpPr/>
      </dsp:nvSpPr>
      <dsp:spPr>
        <a:xfrm>
          <a:off x="395445" y="2636302"/>
          <a:ext cx="718991" cy="7189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915E54-5D9C-4D4A-A42D-46AD284F2888}">
      <dsp:nvSpPr>
        <dsp:cNvPr id="0" name=""/>
        <dsp:cNvSpPr/>
      </dsp:nvSpPr>
      <dsp:spPr>
        <a:xfrm>
          <a:off x="1509882" y="2342169"/>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1066800">
            <a:lnSpc>
              <a:spcPct val="90000"/>
            </a:lnSpc>
            <a:spcBef>
              <a:spcPct val="0"/>
            </a:spcBef>
            <a:spcAft>
              <a:spcPct val="35000"/>
            </a:spcAft>
            <a:buNone/>
          </a:pPr>
          <a:r>
            <a:rPr lang="en-IN" sz="2400" b="1" kern="1200"/>
            <a:t>Cross-Examination</a:t>
          </a:r>
          <a:r>
            <a:rPr lang="en-IN" sz="2400" kern="1200"/>
            <a:t>: Responding to questions from legal representatives to validate the credibility of the evidence and the investigation process.</a:t>
          </a:r>
          <a:endParaRPr lang="en-US" sz="2400" kern="1200"/>
        </a:p>
      </dsp:txBody>
      <dsp:txXfrm>
        <a:off x="1509882" y="2342169"/>
        <a:ext cx="9005717" cy="130725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BasicProcessNew">
  <dgm:title val="Basic Process New"/>
  <dgm:desc val=""/>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fact="0.15"/>
      <dgm:constr type="h" for="ch" forName="sibTrans" op="equ"/>
    </dgm:constrLst>
    <dgm:ruleLst>
      <dgm:rule type="h" for="ch" forName="sibTrans" val="6.75" fact="NaN" max="NaN"/>
      <dgm:rule type="w" for="ch" forName="sibTrans" val="8.75" fact="NaN" max="NaN"/>
    </dgm:ruleLst>
    <dgm:forEach name="nodesForEach" axis="ch" ptType="node">
      <dgm:layoutNode name="node">
        <dgm:varLst>
          <dgm:bulletEnabled val="1"/>
        </dgm:varLst>
        <dgm:alg type="tx"/>
        <dgm:shape xmlns:r="http://schemas.openxmlformats.org/officeDocument/2006/relationships" type="rect" r:blip="">
          <dgm:adjLst>
            <dgm:adj idx="1" val="0.1"/>
          </dgm:adjLst>
        </dgm:shape>
        <dgm:presOf axis="desOrSelf" ptType="node"/>
        <dgm:constrLst>
          <dgm:constr type="h" refType="w" fact="0.6"/>
          <dgm:constr type="lMarg" val="12"/>
          <dgm:constr type="rMarg" val="12"/>
          <dgm:constr type="tMarg" val="12"/>
          <dgm:constr type="bMarg" val="12"/>
        </dgm:constrLst>
        <dgm:ruleLst>
          <dgm:rule type="primFontSz" val="11" fact="NaN" max="NaN"/>
          <dgm:rule type="primFontSz" val="18" fact="NaN" max="NaN"/>
          <dgm:rule type="h" val="NaN" fact="1.5" max="NaN"/>
          <dgm:rule type="primFontSz" val="11" fact="NaN" max="NaN"/>
          <dgm:rule type="h" val="INF" fact="NaN" max="NaN"/>
        </dgm:ruleLst>
      </dgm:layoutNode>
      <dgm:forEach name="sibTransForEach" axis="followSib" ptType="sibTrans" cnt="1">
        <dgm:layoutNode name="sibTransSpacerBeforeConnector" styleLbl="node1">
          <dgm:alg type="sp"/>
          <dgm:shape xmlns:r="http://schemas.openxmlformats.org/officeDocument/2006/relationships" r:blip="">
            <dgm:adjLst/>
          </dgm:shape>
          <dgm:constrLst>
            <dgm:constr type="w" val="4.5"/>
          </dgm:constrLst>
          <dgm:presOf/>
          <dgm:ruleLst>
            <dgm:rule type="w" val="4.5" fact="NaN" max="NaN"/>
          </dgm:ruleLst>
        </dgm:layoutNode>
        <dgm:layoutNode name="sibTrans" styleLbl="node1">
          <dgm:alg type="sp"/>
          <dgm:shape xmlns:r="http://schemas.openxmlformats.org/officeDocument/2006/relationships" type="rightArrow" r:blip="">
            <dgm:adjLst>
              <dgm:adj idx="1" val="0.5"/>
            </dgm:adjLst>
          </dgm:shape>
          <dgm:presOf axis="self"/>
          <dgm:constrLst>
            <dgm:constr type="h" val="6.75"/>
          </dgm:constrLst>
          <dgm:ruleLst>
            <dgm:rule type="h" val="6.75" fact="NaN" max="NaN"/>
            <dgm:rule type="w" val="8.75" fact="NaN" max="NaN"/>
          </dgm:ruleLst>
        </dgm:layoutNode>
        <dgm:layoutNode name="sibTransSpacerAfterConnector">
          <dgm:alg type="sp"/>
          <dgm:shape xmlns:r="http://schemas.openxmlformats.org/officeDocument/2006/relationships" r:blip="">
            <dgm:adjLst/>
          </dgm:shape>
          <dgm:constrLst>
            <dgm:constr type="w" val="4.5"/>
          </dgm:constrLst>
          <dgm:presOf/>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12C22-0042-3837-1E7B-A889E25D87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6CB8FB3-0CE7-1780-86D7-C3969054CC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E85D7C3-62AF-26E4-19C1-F241052403AA}"/>
              </a:ext>
            </a:extLst>
          </p:cNvPr>
          <p:cNvSpPr>
            <a:spLocks noGrp="1"/>
          </p:cNvSpPr>
          <p:nvPr>
            <p:ph type="dt" sz="half" idx="10"/>
          </p:nvPr>
        </p:nvSpPr>
        <p:spPr/>
        <p:txBody>
          <a:bodyPr/>
          <a:lstStyle/>
          <a:p>
            <a:fld id="{4D8CB6BF-44FE-4EFC-893B-3BC21F4EF5E2}" type="datetimeFigureOut">
              <a:rPr lang="en-IN" smtClean="0"/>
              <a:t>19-08-2026</a:t>
            </a:fld>
            <a:endParaRPr lang="en-IN"/>
          </a:p>
        </p:txBody>
      </p:sp>
      <p:sp>
        <p:nvSpPr>
          <p:cNvPr id="5" name="Footer Placeholder 4">
            <a:extLst>
              <a:ext uri="{FF2B5EF4-FFF2-40B4-BE49-F238E27FC236}">
                <a16:creationId xmlns:a16="http://schemas.microsoft.com/office/drawing/2014/main" id="{B658FA2C-2008-BE03-3F40-8794A401D5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FA4AA7-F1C5-4A9C-BD80-3B2C5E774D23}"/>
              </a:ext>
            </a:extLst>
          </p:cNvPr>
          <p:cNvSpPr>
            <a:spLocks noGrp="1"/>
          </p:cNvSpPr>
          <p:nvPr>
            <p:ph type="sldNum" sz="quarter" idx="12"/>
          </p:nvPr>
        </p:nvSpPr>
        <p:spPr/>
        <p:txBody>
          <a:bodyPr/>
          <a:lstStyle/>
          <a:p>
            <a:fld id="{164DEAEF-D5F9-48EF-A598-59847CD25FB4}" type="slidenum">
              <a:rPr lang="en-IN" smtClean="0"/>
              <a:t>‹#›</a:t>
            </a:fld>
            <a:endParaRPr lang="en-IN"/>
          </a:p>
        </p:txBody>
      </p:sp>
    </p:spTree>
    <p:extLst>
      <p:ext uri="{BB962C8B-B14F-4D97-AF65-F5344CB8AC3E}">
        <p14:creationId xmlns:p14="http://schemas.microsoft.com/office/powerpoint/2010/main" val="581545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08BE-BB8D-8701-1074-055C57531FC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E11663-2AC0-4F67-BC26-831B57297A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CE58C6-A2F8-B7D8-02F1-98053406ADC1}"/>
              </a:ext>
            </a:extLst>
          </p:cNvPr>
          <p:cNvSpPr>
            <a:spLocks noGrp="1"/>
          </p:cNvSpPr>
          <p:nvPr>
            <p:ph type="dt" sz="half" idx="10"/>
          </p:nvPr>
        </p:nvSpPr>
        <p:spPr/>
        <p:txBody>
          <a:bodyPr/>
          <a:lstStyle/>
          <a:p>
            <a:fld id="{4D8CB6BF-44FE-4EFC-893B-3BC21F4EF5E2}" type="datetimeFigureOut">
              <a:rPr lang="en-IN" smtClean="0"/>
              <a:t>19-08-2026</a:t>
            </a:fld>
            <a:endParaRPr lang="en-IN"/>
          </a:p>
        </p:txBody>
      </p:sp>
      <p:sp>
        <p:nvSpPr>
          <p:cNvPr id="5" name="Footer Placeholder 4">
            <a:extLst>
              <a:ext uri="{FF2B5EF4-FFF2-40B4-BE49-F238E27FC236}">
                <a16:creationId xmlns:a16="http://schemas.microsoft.com/office/drawing/2014/main" id="{A84643D2-AF00-B2E9-BBC6-8D3C36CD02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044D6F-0A41-A611-4D0C-CF31A5AD12BD}"/>
              </a:ext>
            </a:extLst>
          </p:cNvPr>
          <p:cNvSpPr>
            <a:spLocks noGrp="1"/>
          </p:cNvSpPr>
          <p:nvPr>
            <p:ph type="sldNum" sz="quarter" idx="12"/>
          </p:nvPr>
        </p:nvSpPr>
        <p:spPr/>
        <p:txBody>
          <a:bodyPr/>
          <a:lstStyle/>
          <a:p>
            <a:fld id="{164DEAEF-D5F9-48EF-A598-59847CD25FB4}" type="slidenum">
              <a:rPr lang="en-IN" smtClean="0"/>
              <a:t>‹#›</a:t>
            </a:fld>
            <a:endParaRPr lang="en-IN"/>
          </a:p>
        </p:txBody>
      </p:sp>
    </p:spTree>
    <p:extLst>
      <p:ext uri="{BB962C8B-B14F-4D97-AF65-F5344CB8AC3E}">
        <p14:creationId xmlns:p14="http://schemas.microsoft.com/office/powerpoint/2010/main" val="2835919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824C6-95BD-0723-6455-4A11BE0F8F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1786DAD-0DF4-E7A6-1C92-919BC8ADC4C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0EF2A9-9F96-BB75-A496-9BC0A4F2B4B3}"/>
              </a:ext>
            </a:extLst>
          </p:cNvPr>
          <p:cNvSpPr>
            <a:spLocks noGrp="1"/>
          </p:cNvSpPr>
          <p:nvPr>
            <p:ph type="dt" sz="half" idx="10"/>
          </p:nvPr>
        </p:nvSpPr>
        <p:spPr/>
        <p:txBody>
          <a:bodyPr/>
          <a:lstStyle/>
          <a:p>
            <a:fld id="{4D8CB6BF-44FE-4EFC-893B-3BC21F4EF5E2}" type="datetimeFigureOut">
              <a:rPr lang="en-IN" smtClean="0"/>
              <a:t>19-08-2026</a:t>
            </a:fld>
            <a:endParaRPr lang="en-IN"/>
          </a:p>
        </p:txBody>
      </p:sp>
      <p:sp>
        <p:nvSpPr>
          <p:cNvPr id="5" name="Footer Placeholder 4">
            <a:extLst>
              <a:ext uri="{FF2B5EF4-FFF2-40B4-BE49-F238E27FC236}">
                <a16:creationId xmlns:a16="http://schemas.microsoft.com/office/drawing/2014/main" id="{6E786EDD-106E-94FB-24B7-1998727050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E76067-8E40-C736-D5A8-29D619551600}"/>
              </a:ext>
            </a:extLst>
          </p:cNvPr>
          <p:cNvSpPr>
            <a:spLocks noGrp="1"/>
          </p:cNvSpPr>
          <p:nvPr>
            <p:ph type="sldNum" sz="quarter" idx="12"/>
          </p:nvPr>
        </p:nvSpPr>
        <p:spPr/>
        <p:txBody>
          <a:bodyPr/>
          <a:lstStyle/>
          <a:p>
            <a:fld id="{164DEAEF-D5F9-48EF-A598-59847CD25FB4}" type="slidenum">
              <a:rPr lang="en-IN" smtClean="0"/>
              <a:t>‹#›</a:t>
            </a:fld>
            <a:endParaRPr lang="en-IN"/>
          </a:p>
        </p:txBody>
      </p:sp>
    </p:spTree>
    <p:extLst>
      <p:ext uri="{BB962C8B-B14F-4D97-AF65-F5344CB8AC3E}">
        <p14:creationId xmlns:p14="http://schemas.microsoft.com/office/powerpoint/2010/main" val="2812610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99B39-1B3E-6ACB-C568-A18065C70F0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FD7C5F-C05B-B4E4-0D91-A5D37D9A65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88B4043-7FAC-B135-8CAE-5DBC8A5A98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D010B8D-8618-BBFC-B981-F67CADFFE467}"/>
              </a:ext>
            </a:extLst>
          </p:cNvPr>
          <p:cNvSpPr>
            <a:spLocks noGrp="1"/>
          </p:cNvSpPr>
          <p:nvPr>
            <p:ph type="dt" sz="half" idx="10"/>
          </p:nvPr>
        </p:nvSpPr>
        <p:spPr/>
        <p:txBody>
          <a:bodyPr/>
          <a:lstStyle/>
          <a:p>
            <a:fld id="{4D8CB6BF-44FE-4EFC-893B-3BC21F4EF5E2}" type="datetimeFigureOut">
              <a:rPr lang="en-IN" smtClean="0"/>
              <a:t>19-08-2026</a:t>
            </a:fld>
            <a:endParaRPr lang="en-IN"/>
          </a:p>
        </p:txBody>
      </p:sp>
      <p:sp>
        <p:nvSpPr>
          <p:cNvPr id="6" name="Footer Placeholder 5">
            <a:extLst>
              <a:ext uri="{FF2B5EF4-FFF2-40B4-BE49-F238E27FC236}">
                <a16:creationId xmlns:a16="http://schemas.microsoft.com/office/drawing/2014/main" id="{C51AA4EF-35D1-6CF0-8E75-FA91265D3D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3156E2-0602-28BC-E59F-F2DFDB4DE34E}"/>
              </a:ext>
            </a:extLst>
          </p:cNvPr>
          <p:cNvSpPr>
            <a:spLocks noGrp="1"/>
          </p:cNvSpPr>
          <p:nvPr>
            <p:ph type="sldNum" sz="quarter" idx="12"/>
          </p:nvPr>
        </p:nvSpPr>
        <p:spPr/>
        <p:txBody>
          <a:bodyPr/>
          <a:lstStyle/>
          <a:p>
            <a:fld id="{164DEAEF-D5F9-48EF-A598-59847CD25FB4}" type="slidenum">
              <a:rPr lang="en-IN" smtClean="0"/>
              <a:t>‹#›</a:t>
            </a:fld>
            <a:endParaRPr lang="en-IN"/>
          </a:p>
        </p:txBody>
      </p:sp>
    </p:spTree>
    <p:extLst>
      <p:ext uri="{BB962C8B-B14F-4D97-AF65-F5344CB8AC3E}">
        <p14:creationId xmlns:p14="http://schemas.microsoft.com/office/powerpoint/2010/main" val="2373053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D07D6-A0E7-787A-116B-0CE7DB4C8DF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A756C8-2BD0-DA63-E18B-38198A8EB0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32C977-9B1E-D2EF-6422-16F5DE1221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4736BD8-A41E-1B6C-62CD-1F43511F85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8AD858-943B-7409-F1FE-F7157BE379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4CD7D9F-0783-DDE7-4C89-2C793365E5EA}"/>
              </a:ext>
            </a:extLst>
          </p:cNvPr>
          <p:cNvSpPr>
            <a:spLocks noGrp="1"/>
          </p:cNvSpPr>
          <p:nvPr>
            <p:ph type="dt" sz="half" idx="10"/>
          </p:nvPr>
        </p:nvSpPr>
        <p:spPr/>
        <p:txBody>
          <a:bodyPr/>
          <a:lstStyle/>
          <a:p>
            <a:fld id="{4D8CB6BF-44FE-4EFC-893B-3BC21F4EF5E2}" type="datetimeFigureOut">
              <a:rPr lang="en-IN" smtClean="0"/>
              <a:t>19-08-2026</a:t>
            </a:fld>
            <a:endParaRPr lang="en-IN"/>
          </a:p>
        </p:txBody>
      </p:sp>
      <p:sp>
        <p:nvSpPr>
          <p:cNvPr id="8" name="Footer Placeholder 7">
            <a:extLst>
              <a:ext uri="{FF2B5EF4-FFF2-40B4-BE49-F238E27FC236}">
                <a16:creationId xmlns:a16="http://schemas.microsoft.com/office/drawing/2014/main" id="{C1546F7B-463C-F4D3-1D23-2963C1836DE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5F7A075-ED56-29A8-07E7-9117CF2175D3}"/>
              </a:ext>
            </a:extLst>
          </p:cNvPr>
          <p:cNvSpPr>
            <a:spLocks noGrp="1"/>
          </p:cNvSpPr>
          <p:nvPr>
            <p:ph type="sldNum" sz="quarter" idx="12"/>
          </p:nvPr>
        </p:nvSpPr>
        <p:spPr/>
        <p:txBody>
          <a:bodyPr/>
          <a:lstStyle/>
          <a:p>
            <a:fld id="{164DEAEF-D5F9-48EF-A598-59847CD25FB4}" type="slidenum">
              <a:rPr lang="en-IN" smtClean="0"/>
              <a:t>‹#›</a:t>
            </a:fld>
            <a:endParaRPr lang="en-IN"/>
          </a:p>
        </p:txBody>
      </p:sp>
    </p:spTree>
    <p:extLst>
      <p:ext uri="{BB962C8B-B14F-4D97-AF65-F5344CB8AC3E}">
        <p14:creationId xmlns:p14="http://schemas.microsoft.com/office/powerpoint/2010/main" val="460934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52AD6-6711-144B-A6A5-C0729451C97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DC192B-4249-DB70-9294-1E82E79C7F86}"/>
              </a:ext>
            </a:extLst>
          </p:cNvPr>
          <p:cNvSpPr>
            <a:spLocks noGrp="1"/>
          </p:cNvSpPr>
          <p:nvPr>
            <p:ph type="dt" sz="half" idx="10"/>
          </p:nvPr>
        </p:nvSpPr>
        <p:spPr/>
        <p:txBody>
          <a:bodyPr/>
          <a:lstStyle/>
          <a:p>
            <a:fld id="{4D8CB6BF-44FE-4EFC-893B-3BC21F4EF5E2}" type="datetimeFigureOut">
              <a:rPr lang="en-IN" smtClean="0"/>
              <a:t>19-08-2026</a:t>
            </a:fld>
            <a:endParaRPr lang="en-IN"/>
          </a:p>
        </p:txBody>
      </p:sp>
      <p:sp>
        <p:nvSpPr>
          <p:cNvPr id="4" name="Footer Placeholder 3">
            <a:extLst>
              <a:ext uri="{FF2B5EF4-FFF2-40B4-BE49-F238E27FC236}">
                <a16:creationId xmlns:a16="http://schemas.microsoft.com/office/drawing/2014/main" id="{6EB6A05B-9899-B731-2686-C1B43F0F10D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7D39B31-E351-E203-009E-3584B1AE8848}"/>
              </a:ext>
            </a:extLst>
          </p:cNvPr>
          <p:cNvSpPr>
            <a:spLocks noGrp="1"/>
          </p:cNvSpPr>
          <p:nvPr>
            <p:ph type="sldNum" sz="quarter" idx="12"/>
          </p:nvPr>
        </p:nvSpPr>
        <p:spPr/>
        <p:txBody>
          <a:bodyPr/>
          <a:lstStyle/>
          <a:p>
            <a:fld id="{164DEAEF-D5F9-48EF-A598-59847CD25FB4}" type="slidenum">
              <a:rPr lang="en-IN" smtClean="0"/>
              <a:t>‹#›</a:t>
            </a:fld>
            <a:endParaRPr lang="en-IN"/>
          </a:p>
        </p:txBody>
      </p:sp>
    </p:spTree>
    <p:extLst>
      <p:ext uri="{BB962C8B-B14F-4D97-AF65-F5344CB8AC3E}">
        <p14:creationId xmlns:p14="http://schemas.microsoft.com/office/powerpoint/2010/main" val="1106039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4C331E-E4C1-58D6-E988-21D2C5B38485}"/>
              </a:ext>
            </a:extLst>
          </p:cNvPr>
          <p:cNvSpPr>
            <a:spLocks noGrp="1"/>
          </p:cNvSpPr>
          <p:nvPr>
            <p:ph type="dt" sz="half" idx="10"/>
          </p:nvPr>
        </p:nvSpPr>
        <p:spPr/>
        <p:txBody>
          <a:bodyPr/>
          <a:lstStyle/>
          <a:p>
            <a:fld id="{4D8CB6BF-44FE-4EFC-893B-3BC21F4EF5E2}" type="datetimeFigureOut">
              <a:rPr lang="en-IN" smtClean="0"/>
              <a:t>19-08-2026</a:t>
            </a:fld>
            <a:endParaRPr lang="en-IN"/>
          </a:p>
        </p:txBody>
      </p:sp>
      <p:sp>
        <p:nvSpPr>
          <p:cNvPr id="3" name="Footer Placeholder 2">
            <a:extLst>
              <a:ext uri="{FF2B5EF4-FFF2-40B4-BE49-F238E27FC236}">
                <a16:creationId xmlns:a16="http://schemas.microsoft.com/office/drawing/2014/main" id="{C11AF185-315F-C796-9452-0858DF2F220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829F66B-60A6-CC55-1F80-AEB13B9C2A78}"/>
              </a:ext>
            </a:extLst>
          </p:cNvPr>
          <p:cNvSpPr>
            <a:spLocks noGrp="1"/>
          </p:cNvSpPr>
          <p:nvPr>
            <p:ph type="sldNum" sz="quarter" idx="12"/>
          </p:nvPr>
        </p:nvSpPr>
        <p:spPr/>
        <p:txBody>
          <a:bodyPr/>
          <a:lstStyle/>
          <a:p>
            <a:fld id="{164DEAEF-D5F9-48EF-A598-59847CD25FB4}" type="slidenum">
              <a:rPr lang="en-IN" smtClean="0"/>
              <a:t>‹#›</a:t>
            </a:fld>
            <a:endParaRPr lang="en-IN"/>
          </a:p>
        </p:txBody>
      </p:sp>
    </p:spTree>
    <p:extLst>
      <p:ext uri="{BB962C8B-B14F-4D97-AF65-F5344CB8AC3E}">
        <p14:creationId xmlns:p14="http://schemas.microsoft.com/office/powerpoint/2010/main" val="920793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22E1B-4285-0BE7-1471-246AB24D4A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52D4649-BA96-E698-569B-76BB396222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8EC84F5-1F4F-BA8A-BE2B-AD71EFEE4C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B3E61C-EF6B-4DF9-1227-63C642F5EEB2}"/>
              </a:ext>
            </a:extLst>
          </p:cNvPr>
          <p:cNvSpPr>
            <a:spLocks noGrp="1"/>
          </p:cNvSpPr>
          <p:nvPr>
            <p:ph type="dt" sz="half" idx="10"/>
          </p:nvPr>
        </p:nvSpPr>
        <p:spPr/>
        <p:txBody>
          <a:bodyPr/>
          <a:lstStyle/>
          <a:p>
            <a:fld id="{4D8CB6BF-44FE-4EFC-893B-3BC21F4EF5E2}" type="datetimeFigureOut">
              <a:rPr lang="en-IN" smtClean="0"/>
              <a:t>19-08-2026</a:t>
            </a:fld>
            <a:endParaRPr lang="en-IN"/>
          </a:p>
        </p:txBody>
      </p:sp>
      <p:sp>
        <p:nvSpPr>
          <p:cNvPr id="6" name="Footer Placeholder 5">
            <a:extLst>
              <a:ext uri="{FF2B5EF4-FFF2-40B4-BE49-F238E27FC236}">
                <a16:creationId xmlns:a16="http://schemas.microsoft.com/office/drawing/2014/main" id="{4B292527-567B-C43F-0E85-469AC2112D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6086DC-EC9A-35D5-8904-28D9A5CC6CF9}"/>
              </a:ext>
            </a:extLst>
          </p:cNvPr>
          <p:cNvSpPr>
            <a:spLocks noGrp="1"/>
          </p:cNvSpPr>
          <p:nvPr>
            <p:ph type="sldNum" sz="quarter" idx="12"/>
          </p:nvPr>
        </p:nvSpPr>
        <p:spPr/>
        <p:txBody>
          <a:bodyPr/>
          <a:lstStyle/>
          <a:p>
            <a:fld id="{164DEAEF-D5F9-48EF-A598-59847CD25FB4}" type="slidenum">
              <a:rPr lang="en-IN" smtClean="0"/>
              <a:t>‹#›</a:t>
            </a:fld>
            <a:endParaRPr lang="en-IN"/>
          </a:p>
        </p:txBody>
      </p:sp>
    </p:spTree>
    <p:extLst>
      <p:ext uri="{BB962C8B-B14F-4D97-AF65-F5344CB8AC3E}">
        <p14:creationId xmlns:p14="http://schemas.microsoft.com/office/powerpoint/2010/main" val="778852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8C114-6600-9037-4200-C389E022E4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1A897AE-4F0D-C006-35A2-4027D94494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DDB313C-31FE-7815-6791-BD8678D03C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6B3256-ADB9-0022-BE7F-1BB4D513D4A6}"/>
              </a:ext>
            </a:extLst>
          </p:cNvPr>
          <p:cNvSpPr>
            <a:spLocks noGrp="1"/>
          </p:cNvSpPr>
          <p:nvPr>
            <p:ph type="dt" sz="half" idx="10"/>
          </p:nvPr>
        </p:nvSpPr>
        <p:spPr/>
        <p:txBody>
          <a:bodyPr/>
          <a:lstStyle/>
          <a:p>
            <a:fld id="{4D8CB6BF-44FE-4EFC-893B-3BC21F4EF5E2}" type="datetimeFigureOut">
              <a:rPr lang="en-IN" smtClean="0"/>
              <a:t>19-08-2026</a:t>
            </a:fld>
            <a:endParaRPr lang="en-IN"/>
          </a:p>
        </p:txBody>
      </p:sp>
      <p:sp>
        <p:nvSpPr>
          <p:cNvPr id="6" name="Footer Placeholder 5">
            <a:extLst>
              <a:ext uri="{FF2B5EF4-FFF2-40B4-BE49-F238E27FC236}">
                <a16:creationId xmlns:a16="http://schemas.microsoft.com/office/drawing/2014/main" id="{6F89E00D-DC3E-E2E6-B52D-88C9371ADE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17B1A9-0D0D-3C99-5255-B93E9AF3DA40}"/>
              </a:ext>
            </a:extLst>
          </p:cNvPr>
          <p:cNvSpPr>
            <a:spLocks noGrp="1"/>
          </p:cNvSpPr>
          <p:nvPr>
            <p:ph type="sldNum" sz="quarter" idx="12"/>
          </p:nvPr>
        </p:nvSpPr>
        <p:spPr/>
        <p:txBody>
          <a:bodyPr/>
          <a:lstStyle/>
          <a:p>
            <a:fld id="{164DEAEF-D5F9-48EF-A598-59847CD25FB4}" type="slidenum">
              <a:rPr lang="en-IN" smtClean="0"/>
              <a:t>‹#›</a:t>
            </a:fld>
            <a:endParaRPr lang="en-IN"/>
          </a:p>
        </p:txBody>
      </p:sp>
    </p:spTree>
    <p:extLst>
      <p:ext uri="{BB962C8B-B14F-4D97-AF65-F5344CB8AC3E}">
        <p14:creationId xmlns:p14="http://schemas.microsoft.com/office/powerpoint/2010/main" val="2566187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7B3F9-4068-BAEE-812A-C695FE9A126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0197CC-A98A-614C-D714-F445D1AA41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4300BD-1F8D-F7D5-CBCE-908ED921F7DB}"/>
              </a:ext>
            </a:extLst>
          </p:cNvPr>
          <p:cNvSpPr>
            <a:spLocks noGrp="1"/>
          </p:cNvSpPr>
          <p:nvPr>
            <p:ph type="dt" sz="half" idx="10"/>
          </p:nvPr>
        </p:nvSpPr>
        <p:spPr/>
        <p:txBody>
          <a:bodyPr/>
          <a:lstStyle/>
          <a:p>
            <a:fld id="{4D8CB6BF-44FE-4EFC-893B-3BC21F4EF5E2}" type="datetimeFigureOut">
              <a:rPr lang="en-IN" smtClean="0"/>
              <a:t>19-08-2026</a:t>
            </a:fld>
            <a:endParaRPr lang="en-IN"/>
          </a:p>
        </p:txBody>
      </p:sp>
      <p:sp>
        <p:nvSpPr>
          <p:cNvPr id="5" name="Footer Placeholder 4">
            <a:extLst>
              <a:ext uri="{FF2B5EF4-FFF2-40B4-BE49-F238E27FC236}">
                <a16:creationId xmlns:a16="http://schemas.microsoft.com/office/drawing/2014/main" id="{A9460E25-63D7-4219-46D7-1322C85DB6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5D4238-49F3-EEEC-4F3C-D253F6BF7B04}"/>
              </a:ext>
            </a:extLst>
          </p:cNvPr>
          <p:cNvSpPr>
            <a:spLocks noGrp="1"/>
          </p:cNvSpPr>
          <p:nvPr>
            <p:ph type="sldNum" sz="quarter" idx="12"/>
          </p:nvPr>
        </p:nvSpPr>
        <p:spPr/>
        <p:txBody>
          <a:bodyPr/>
          <a:lstStyle/>
          <a:p>
            <a:fld id="{164DEAEF-D5F9-48EF-A598-59847CD25FB4}" type="slidenum">
              <a:rPr lang="en-IN" smtClean="0"/>
              <a:t>‹#›</a:t>
            </a:fld>
            <a:endParaRPr lang="en-IN"/>
          </a:p>
        </p:txBody>
      </p:sp>
    </p:spTree>
    <p:extLst>
      <p:ext uri="{BB962C8B-B14F-4D97-AF65-F5344CB8AC3E}">
        <p14:creationId xmlns:p14="http://schemas.microsoft.com/office/powerpoint/2010/main" val="1219200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6ADC76-DE91-08E2-F01C-A6DDFA2C14A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5DBBD56-FF42-438C-DBBC-0A449A80B6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957A18-278C-71B6-E34C-F8E798201AA9}"/>
              </a:ext>
            </a:extLst>
          </p:cNvPr>
          <p:cNvSpPr>
            <a:spLocks noGrp="1"/>
          </p:cNvSpPr>
          <p:nvPr>
            <p:ph type="dt" sz="half" idx="10"/>
          </p:nvPr>
        </p:nvSpPr>
        <p:spPr/>
        <p:txBody>
          <a:bodyPr/>
          <a:lstStyle/>
          <a:p>
            <a:fld id="{4D8CB6BF-44FE-4EFC-893B-3BC21F4EF5E2}" type="datetimeFigureOut">
              <a:rPr lang="en-IN" smtClean="0"/>
              <a:t>19-08-2026</a:t>
            </a:fld>
            <a:endParaRPr lang="en-IN"/>
          </a:p>
        </p:txBody>
      </p:sp>
      <p:sp>
        <p:nvSpPr>
          <p:cNvPr id="5" name="Footer Placeholder 4">
            <a:extLst>
              <a:ext uri="{FF2B5EF4-FFF2-40B4-BE49-F238E27FC236}">
                <a16:creationId xmlns:a16="http://schemas.microsoft.com/office/drawing/2014/main" id="{F3843EE3-4E4D-6E2F-D51C-61E3D4B36B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FEDE0C-5C13-5556-4234-E151F1D4762F}"/>
              </a:ext>
            </a:extLst>
          </p:cNvPr>
          <p:cNvSpPr>
            <a:spLocks noGrp="1"/>
          </p:cNvSpPr>
          <p:nvPr>
            <p:ph type="sldNum" sz="quarter" idx="12"/>
          </p:nvPr>
        </p:nvSpPr>
        <p:spPr/>
        <p:txBody>
          <a:bodyPr/>
          <a:lstStyle/>
          <a:p>
            <a:fld id="{164DEAEF-D5F9-48EF-A598-59847CD25FB4}" type="slidenum">
              <a:rPr lang="en-IN" smtClean="0"/>
              <a:t>‹#›</a:t>
            </a:fld>
            <a:endParaRPr lang="en-IN"/>
          </a:p>
        </p:txBody>
      </p:sp>
    </p:spTree>
    <p:extLst>
      <p:ext uri="{BB962C8B-B14F-4D97-AF65-F5344CB8AC3E}">
        <p14:creationId xmlns:p14="http://schemas.microsoft.com/office/powerpoint/2010/main" val="3096624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32CF8E-E693-6579-0F0B-C33AC11E0E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9ECB6DC-DF80-D958-EACD-C90E81EDA8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3C16B6-F358-3EF4-7FE9-C48F6AE8CC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D8CB6BF-44FE-4EFC-893B-3BC21F4EF5E2}" type="datetimeFigureOut">
              <a:rPr lang="en-IN" smtClean="0"/>
              <a:t>19-08-2026</a:t>
            </a:fld>
            <a:endParaRPr lang="en-IN"/>
          </a:p>
        </p:txBody>
      </p:sp>
      <p:sp>
        <p:nvSpPr>
          <p:cNvPr id="5" name="Footer Placeholder 4">
            <a:extLst>
              <a:ext uri="{FF2B5EF4-FFF2-40B4-BE49-F238E27FC236}">
                <a16:creationId xmlns:a16="http://schemas.microsoft.com/office/drawing/2014/main" id="{073EB515-7371-6478-F4C6-1F796A5AA1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CFBF7FC-1635-2785-9776-C3A1132525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64DEAEF-D5F9-48EF-A598-59847CD25FB4}" type="slidenum">
              <a:rPr lang="en-IN" smtClean="0"/>
              <a:t>‹#›</a:t>
            </a:fld>
            <a:endParaRPr lang="en-IN"/>
          </a:p>
        </p:txBody>
      </p:sp>
    </p:spTree>
    <p:extLst>
      <p:ext uri="{BB962C8B-B14F-4D97-AF65-F5344CB8AC3E}">
        <p14:creationId xmlns:p14="http://schemas.microsoft.com/office/powerpoint/2010/main" val="9072866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C67546-AC61-31DE-5AD5-813D9B2B1FC8}"/>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B2C2DE-6030-1CD1-BD72-CE9D9505CE46}"/>
              </a:ext>
            </a:extLst>
          </p:cNvPr>
          <p:cNvSpPr>
            <a:spLocks noGrp="1"/>
          </p:cNvSpPr>
          <p:nvPr>
            <p:ph type="ctrTitle"/>
          </p:nvPr>
        </p:nvSpPr>
        <p:spPr>
          <a:xfrm>
            <a:off x="1524000" y="1293338"/>
            <a:ext cx="9144000" cy="3274592"/>
          </a:xfrm>
        </p:spPr>
        <p:txBody>
          <a:bodyPr anchor="ctr">
            <a:normAutofit/>
          </a:bodyPr>
          <a:lstStyle/>
          <a:p>
            <a:r>
              <a:rPr lang="en-IN" sz="7200"/>
              <a:t>Digital Forensics</a:t>
            </a:r>
          </a:p>
        </p:txBody>
      </p:sp>
      <p:sp>
        <p:nvSpPr>
          <p:cNvPr id="3" name="Subtitle 2">
            <a:extLst>
              <a:ext uri="{FF2B5EF4-FFF2-40B4-BE49-F238E27FC236}">
                <a16:creationId xmlns:a16="http://schemas.microsoft.com/office/drawing/2014/main" id="{07AD49FC-8B34-147F-AA67-396A1B25317F}"/>
              </a:ext>
            </a:extLst>
          </p:cNvPr>
          <p:cNvSpPr>
            <a:spLocks noGrp="1"/>
          </p:cNvSpPr>
          <p:nvPr>
            <p:ph type="subTitle" idx="1"/>
          </p:nvPr>
        </p:nvSpPr>
        <p:spPr>
          <a:xfrm>
            <a:off x="1524000" y="5514052"/>
            <a:ext cx="9144000" cy="651910"/>
          </a:xfrm>
        </p:spPr>
        <p:txBody>
          <a:bodyPr anchor="ctr">
            <a:normAutofit/>
          </a:bodyPr>
          <a:lstStyle/>
          <a:p>
            <a:r>
              <a:rPr lang="en-IN"/>
              <a:t>Vinit Kakde</a:t>
            </a:r>
            <a:endParaRPr lang="en-IN" dirty="0"/>
          </a:p>
        </p:txBody>
      </p:sp>
      <p:cxnSp>
        <p:nvCxnSpPr>
          <p:cNvPr id="28" name="Straight Connector 27">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4174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E61B563-A4B2-5783-81AF-A2A053D7476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5352229"/>
            <a:ext cx="12192000" cy="1519356"/>
            <a:chOff x="0" y="-29768"/>
            <a:chExt cx="12202174" cy="1519356"/>
          </a:xfrm>
        </p:grpSpPr>
        <p:sp>
          <p:nvSpPr>
            <p:cNvPr id="11" name="Rectangle 10">
              <a:extLst>
                <a:ext uri="{FF2B5EF4-FFF2-40B4-BE49-F238E27FC236}">
                  <a16:creationId xmlns:a16="http://schemas.microsoft.com/office/drawing/2014/main" id="{40633BBC-8C60-7DC4-F0CC-CE3225109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CC98078-F2A2-725C-ED61-320B63B695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289101" y="-1429602"/>
              <a:ext cx="1507122" cy="4319024"/>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1CD4C03-24F0-57A9-530E-8F2ABABDC5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880884" y="-2910652"/>
              <a:ext cx="1519356" cy="7281123"/>
            </a:xfrm>
            <a:prstGeom prst="rect">
              <a:avLst/>
            </a:prstGeom>
            <a:gradFill>
              <a:gsLst>
                <a:gs pos="29000">
                  <a:schemeClr val="accent5">
                    <a:lumMod val="60000"/>
                    <a:lumOff val="40000"/>
                    <a:alpha val="0"/>
                  </a:schemeClr>
                </a:gs>
                <a:gs pos="100000">
                  <a:schemeClr val="accent5">
                    <a:lumMod val="75000"/>
                    <a:alpha val="7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5DA1DC71-EE44-EE59-CD45-13B3D85662B4}"/>
              </a:ext>
            </a:extLst>
          </p:cNvPr>
          <p:cNvPicPr>
            <a:picLocks noChangeAspect="1"/>
          </p:cNvPicPr>
          <p:nvPr/>
        </p:nvPicPr>
        <p:blipFill>
          <a:blip r:embed="rId2"/>
          <a:srcRect t="7091"/>
          <a:stretch>
            <a:fillRect/>
          </a:stretch>
        </p:blipFill>
        <p:spPr>
          <a:xfrm>
            <a:off x="1" y="246212"/>
            <a:ext cx="11631167" cy="5023811"/>
          </a:xfrm>
          <a:prstGeom prst="rect">
            <a:avLst/>
          </a:prstGeom>
        </p:spPr>
      </p:pic>
    </p:spTree>
    <p:extLst>
      <p:ext uri="{BB962C8B-B14F-4D97-AF65-F5344CB8AC3E}">
        <p14:creationId xmlns:p14="http://schemas.microsoft.com/office/powerpoint/2010/main" val="1131805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34BC57-EB8A-181F-366E-F79B58E45F5E}"/>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66B06FAA-A910-3EA6-7B6C-FEE8E912F6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5352229"/>
            <a:ext cx="12192000" cy="1519356"/>
            <a:chOff x="0" y="-29768"/>
            <a:chExt cx="12202174" cy="1519356"/>
          </a:xfrm>
        </p:grpSpPr>
        <p:sp>
          <p:nvSpPr>
            <p:cNvPr id="11" name="Rectangle 10">
              <a:extLst>
                <a:ext uri="{FF2B5EF4-FFF2-40B4-BE49-F238E27FC236}">
                  <a16:creationId xmlns:a16="http://schemas.microsoft.com/office/drawing/2014/main" id="{F3557EAB-E29E-1D8B-C69C-47909D80CF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13B4AA4-D386-E176-16E1-954AD98CDB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289101" y="-1429602"/>
              <a:ext cx="1507122" cy="4319024"/>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E60366E-718F-6CC6-28B7-7E9384CCD0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880884" y="-2910652"/>
              <a:ext cx="1519356" cy="7281123"/>
            </a:xfrm>
            <a:prstGeom prst="rect">
              <a:avLst/>
            </a:prstGeom>
            <a:gradFill>
              <a:gsLst>
                <a:gs pos="29000">
                  <a:schemeClr val="accent5">
                    <a:lumMod val="60000"/>
                    <a:lumOff val="40000"/>
                    <a:alpha val="0"/>
                  </a:schemeClr>
                </a:gs>
                <a:gs pos="100000">
                  <a:schemeClr val="accent5">
                    <a:lumMod val="75000"/>
                    <a:alpha val="7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a:extLst>
              <a:ext uri="{FF2B5EF4-FFF2-40B4-BE49-F238E27FC236}">
                <a16:creationId xmlns:a16="http://schemas.microsoft.com/office/drawing/2014/main" id="{C83190EA-FF27-EC27-D921-8BA7A8F32093}"/>
              </a:ext>
            </a:extLst>
          </p:cNvPr>
          <p:cNvPicPr>
            <a:picLocks noChangeAspect="1"/>
          </p:cNvPicPr>
          <p:nvPr/>
        </p:nvPicPr>
        <p:blipFill>
          <a:blip r:embed="rId2"/>
          <a:stretch>
            <a:fillRect/>
          </a:stretch>
        </p:blipFill>
        <p:spPr>
          <a:xfrm>
            <a:off x="1152144" y="258577"/>
            <a:ext cx="9774936" cy="4799879"/>
          </a:xfrm>
          <a:prstGeom prst="rect">
            <a:avLst/>
          </a:prstGeom>
        </p:spPr>
      </p:pic>
    </p:spTree>
    <p:extLst>
      <p:ext uri="{BB962C8B-B14F-4D97-AF65-F5344CB8AC3E}">
        <p14:creationId xmlns:p14="http://schemas.microsoft.com/office/powerpoint/2010/main" val="2947370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01B1B3-D2AD-266D-7142-07E565DA6170}"/>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D8B8C4ED-42C9-7536-D40D-FCC36BA2064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5352229"/>
            <a:ext cx="12192000" cy="1519356"/>
            <a:chOff x="0" y="-29768"/>
            <a:chExt cx="12202174" cy="1519356"/>
          </a:xfrm>
        </p:grpSpPr>
        <p:sp>
          <p:nvSpPr>
            <p:cNvPr id="11" name="Rectangle 10">
              <a:extLst>
                <a:ext uri="{FF2B5EF4-FFF2-40B4-BE49-F238E27FC236}">
                  <a16:creationId xmlns:a16="http://schemas.microsoft.com/office/drawing/2014/main" id="{BCA7DBC9-803F-3CC0-78AF-E56DA48643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C403F25-2AF7-618B-0D24-FE9109527B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289101" y="-1429602"/>
              <a:ext cx="1507122" cy="4319024"/>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9078A08-0692-FA70-E884-32AC5F7EF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880884" y="-2910652"/>
              <a:ext cx="1519356" cy="7281123"/>
            </a:xfrm>
            <a:prstGeom prst="rect">
              <a:avLst/>
            </a:prstGeom>
            <a:gradFill>
              <a:gsLst>
                <a:gs pos="29000">
                  <a:schemeClr val="accent5">
                    <a:lumMod val="60000"/>
                    <a:lumOff val="40000"/>
                    <a:alpha val="0"/>
                  </a:schemeClr>
                </a:gs>
                <a:gs pos="100000">
                  <a:schemeClr val="accent5">
                    <a:lumMod val="75000"/>
                    <a:alpha val="7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a:extLst>
              <a:ext uri="{FF2B5EF4-FFF2-40B4-BE49-F238E27FC236}">
                <a16:creationId xmlns:a16="http://schemas.microsoft.com/office/drawing/2014/main" id="{F83CB86D-8EF2-A8CA-8BCC-8E598400F9B7}"/>
              </a:ext>
            </a:extLst>
          </p:cNvPr>
          <p:cNvPicPr>
            <a:picLocks noChangeAspect="1"/>
          </p:cNvPicPr>
          <p:nvPr/>
        </p:nvPicPr>
        <p:blipFill>
          <a:blip r:embed="rId2"/>
          <a:stretch>
            <a:fillRect/>
          </a:stretch>
        </p:blipFill>
        <p:spPr>
          <a:xfrm>
            <a:off x="1241912" y="325329"/>
            <a:ext cx="9076370" cy="4680345"/>
          </a:xfrm>
          <a:prstGeom prst="rect">
            <a:avLst/>
          </a:prstGeom>
        </p:spPr>
      </p:pic>
    </p:spTree>
    <p:extLst>
      <p:ext uri="{BB962C8B-B14F-4D97-AF65-F5344CB8AC3E}">
        <p14:creationId xmlns:p14="http://schemas.microsoft.com/office/powerpoint/2010/main" val="1595322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51436-BAF1-1E81-8F56-0A51E6592111}"/>
              </a:ext>
            </a:extLst>
          </p:cNvPr>
          <p:cNvSpPr>
            <a:spLocks noGrp="1"/>
          </p:cNvSpPr>
          <p:nvPr>
            <p:ph type="title"/>
          </p:nvPr>
        </p:nvSpPr>
        <p:spPr/>
        <p:txBody>
          <a:bodyPr/>
          <a:lstStyle/>
          <a:p>
            <a:r>
              <a:rPr lang="en-IN" b="1"/>
              <a:t>Types of Cyber Forensics</a:t>
            </a:r>
            <a:br>
              <a:rPr lang="en-IN"/>
            </a:br>
            <a:endParaRPr lang="en-IN" dirty="0"/>
          </a:p>
        </p:txBody>
      </p:sp>
      <p:graphicFrame>
        <p:nvGraphicFramePr>
          <p:cNvPr id="5" name="Content Placeholder 2">
            <a:extLst>
              <a:ext uri="{FF2B5EF4-FFF2-40B4-BE49-F238E27FC236}">
                <a16:creationId xmlns:a16="http://schemas.microsoft.com/office/drawing/2014/main" id="{8D2A69A1-3A17-EAB5-5B90-2105C9827764}"/>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74976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8534F48-54F2-9C03-E09E-B85AEB0E182B}"/>
              </a:ext>
            </a:extLst>
          </p:cNvPr>
          <p:cNvSpPr>
            <a:spLocks noGrp="1"/>
          </p:cNvSpPr>
          <p:nvPr>
            <p:ph type="title"/>
          </p:nvPr>
        </p:nvSpPr>
        <p:spPr>
          <a:xfrm>
            <a:off x="1371597" y="348865"/>
            <a:ext cx="10044023" cy="877729"/>
          </a:xfrm>
        </p:spPr>
        <p:txBody>
          <a:bodyPr anchor="ctr">
            <a:normAutofit/>
          </a:bodyPr>
          <a:lstStyle/>
          <a:p>
            <a:r>
              <a:rPr lang="en-IN" sz="2800" b="1">
                <a:solidFill>
                  <a:srgbClr val="FFFFFF"/>
                </a:solidFill>
              </a:rPr>
              <a:t>Process of Cyber Forensics</a:t>
            </a:r>
            <a:r>
              <a:rPr lang="en-IN" sz="2800">
                <a:solidFill>
                  <a:srgbClr val="FFFFFF"/>
                </a:solidFill>
              </a:rPr>
              <a:t>:</a:t>
            </a:r>
            <a:br>
              <a:rPr lang="en-IN" sz="2800">
                <a:solidFill>
                  <a:srgbClr val="FFFFFF"/>
                </a:solidFill>
              </a:rPr>
            </a:br>
            <a:endParaRPr lang="en-IN" sz="2800">
              <a:solidFill>
                <a:srgbClr val="FFFFFF"/>
              </a:solidFill>
            </a:endParaRPr>
          </a:p>
        </p:txBody>
      </p:sp>
      <p:graphicFrame>
        <p:nvGraphicFramePr>
          <p:cNvPr id="5" name="Content Placeholder 2">
            <a:extLst>
              <a:ext uri="{FF2B5EF4-FFF2-40B4-BE49-F238E27FC236}">
                <a16:creationId xmlns:a16="http://schemas.microsoft.com/office/drawing/2014/main" id="{4FE83643-1885-B8FD-A256-D618C21F4E05}"/>
              </a:ext>
            </a:extLst>
          </p:cNvPr>
          <p:cNvGraphicFramePr>
            <a:graphicFrameLocks noGrp="1"/>
          </p:cNvGraphicFramePr>
          <p:nvPr>
            <p:ph idx="1"/>
            <p:extLst>
              <p:ext uri="{D42A27DB-BD31-4B8C-83A1-F6EECF244321}">
                <p14:modId xmlns:p14="http://schemas.microsoft.com/office/powerpoint/2010/main" val="116373584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999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51E74-F325-0ADD-F4FA-6089F82E8064}"/>
              </a:ext>
            </a:extLst>
          </p:cNvPr>
          <p:cNvSpPr>
            <a:spLocks noGrp="1"/>
          </p:cNvSpPr>
          <p:nvPr>
            <p:ph type="title"/>
          </p:nvPr>
        </p:nvSpPr>
        <p:spPr/>
        <p:txBody>
          <a:bodyPr/>
          <a:lstStyle/>
          <a:p>
            <a:r>
              <a:rPr lang="en-IN" b="1"/>
              <a:t>Importance of Cyber Forensics</a:t>
            </a:r>
            <a:endParaRPr lang="en-IN" dirty="0"/>
          </a:p>
        </p:txBody>
      </p:sp>
      <p:graphicFrame>
        <p:nvGraphicFramePr>
          <p:cNvPr id="5" name="Content Placeholder 2">
            <a:extLst>
              <a:ext uri="{FF2B5EF4-FFF2-40B4-BE49-F238E27FC236}">
                <a16:creationId xmlns:a16="http://schemas.microsoft.com/office/drawing/2014/main" id="{5BE672D7-A8FB-46E9-8609-87096B31ED27}"/>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67797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6174B2F-B039-54DF-4F0A-C4C0A0336169}"/>
              </a:ext>
            </a:extLst>
          </p:cNvPr>
          <p:cNvSpPr>
            <a:spLocks noGrp="1"/>
          </p:cNvSpPr>
          <p:nvPr>
            <p:ph type="title"/>
          </p:nvPr>
        </p:nvSpPr>
        <p:spPr>
          <a:xfrm>
            <a:off x="1371597" y="348865"/>
            <a:ext cx="10044023" cy="877729"/>
          </a:xfrm>
        </p:spPr>
        <p:txBody>
          <a:bodyPr anchor="ctr">
            <a:normAutofit/>
          </a:bodyPr>
          <a:lstStyle/>
          <a:p>
            <a:r>
              <a:rPr lang="en-IN" sz="4000" b="1">
                <a:solidFill>
                  <a:srgbClr val="FFFFFF"/>
                </a:solidFill>
              </a:rPr>
              <a:t>Challenges in Cyber Forensics</a:t>
            </a:r>
            <a:endParaRPr lang="en-IN" sz="4000">
              <a:solidFill>
                <a:srgbClr val="FFFFFF"/>
              </a:solidFill>
            </a:endParaRPr>
          </a:p>
        </p:txBody>
      </p:sp>
      <p:graphicFrame>
        <p:nvGraphicFramePr>
          <p:cNvPr id="5" name="Content Placeholder 2">
            <a:extLst>
              <a:ext uri="{FF2B5EF4-FFF2-40B4-BE49-F238E27FC236}">
                <a16:creationId xmlns:a16="http://schemas.microsoft.com/office/drawing/2014/main" id="{4680A6F1-6CD3-C3BD-877F-B86C9C1F553D}"/>
              </a:ext>
            </a:extLst>
          </p:cNvPr>
          <p:cNvGraphicFramePr>
            <a:graphicFrameLocks noGrp="1"/>
          </p:cNvGraphicFramePr>
          <p:nvPr>
            <p:ph idx="1"/>
            <p:extLst>
              <p:ext uri="{D42A27DB-BD31-4B8C-83A1-F6EECF244321}">
                <p14:modId xmlns:p14="http://schemas.microsoft.com/office/powerpoint/2010/main" val="223215034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5976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5756192-6B24-55FA-5AEF-DB754BF62866}"/>
              </a:ext>
            </a:extLst>
          </p:cNvPr>
          <p:cNvPicPr>
            <a:picLocks noChangeAspect="1"/>
          </p:cNvPicPr>
          <p:nvPr/>
        </p:nvPicPr>
        <p:blipFill>
          <a:blip r:embed="rId2">
            <a:duotone>
              <a:schemeClr val="bg2">
                <a:shade val="45000"/>
                <a:satMod val="135000"/>
              </a:schemeClr>
              <a:prstClr val="white"/>
            </a:duotone>
          </a:blip>
          <a:srcRect b="12791"/>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BCBA68-96C1-191F-4E5F-AD9F87276AEE}"/>
              </a:ext>
            </a:extLst>
          </p:cNvPr>
          <p:cNvSpPr>
            <a:spLocks noGrp="1"/>
          </p:cNvSpPr>
          <p:nvPr>
            <p:ph type="title"/>
          </p:nvPr>
        </p:nvSpPr>
        <p:spPr>
          <a:xfrm>
            <a:off x="838200" y="365125"/>
            <a:ext cx="10515600" cy="1325563"/>
          </a:xfrm>
        </p:spPr>
        <p:txBody>
          <a:bodyPr>
            <a:normAutofit/>
          </a:bodyPr>
          <a:lstStyle/>
          <a:p>
            <a:r>
              <a:rPr lang="en-IN" b="1" dirty="0"/>
              <a:t>Historical background of Cyber forensics</a:t>
            </a:r>
            <a:endParaRPr lang="en-IN" dirty="0"/>
          </a:p>
        </p:txBody>
      </p:sp>
      <p:graphicFrame>
        <p:nvGraphicFramePr>
          <p:cNvPr id="5" name="Content Placeholder 2">
            <a:extLst>
              <a:ext uri="{FF2B5EF4-FFF2-40B4-BE49-F238E27FC236}">
                <a16:creationId xmlns:a16="http://schemas.microsoft.com/office/drawing/2014/main" id="{612C086C-CFCC-53B4-8140-8C28D84EFB00}"/>
              </a:ext>
            </a:extLst>
          </p:cNvPr>
          <p:cNvGraphicFramePr>
            <a:graphicFrameLocks noGrp="1"/>
          </p:cNvGraphicFramePr>
          <p:nvPr>
            <p:ph idx="1"/>
            <p:extLst>
              <p:ext uri="{D42A27DB-BD31-4B8C-83A1-F6EECF244321}">
                <p14:modId xmlns:p14="http://schemas.microsoft.com/office/powerpoint/2010/main" val="284289286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33158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Sample being pipetted into a petri dish">
            <a:extLst>
              <a:ext uri="{FF2B5EF4-FFF2-40B4-BE49-F238E27FC236}">
                <a16:creationId xmlns:a16="http://schemas.microsoft.com/office/drawing/2014/main" id="{5FBF2CD7-70F6-2D7C-D3CB-23174C9601AF}"/>
              </a:ext>
            </a:extLst>
          </p:cNvPr>
          <p:cNvPicPr>
            <a:picLocks noChangeAspect="1"/>
          </p:cNvPicPr>
          <p:nvPr/>
        </p:nvPicPr>
        <p:blipFill>
          <a:blip r:embed="rId2">
            <a:duotone>
              <a:schemeClr val="bg2">
                <a:shade val="45000"/>
                <a:satMod val="135000"/>
              </a:schemeClr>
              <a:prstClr val="white"/>
            </a:duotone>
          </a:blip>
          <a:srcRect t="21860" b="2890"/>
          <a:stretch>
            <a:fillRect/>
          </a:stretch>
        </p:blipFill>
        <p:spPr>
          <a:xfrm>
            <a:off x="20" y="10"/>
            <a:ext cx="12191980" cy="6857990"/>
          </a:xfrm>
          <a:prstGeom prst="rect">
            <a:avLst/>
          </a:prstGeom>
        </p:spPr>
      </p:pic>
      <p:sp>
        <p:nvSpPr>
          <p:cNvPr id="9" name="Rectangle 8">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99615A-15DB-B436-4D5E-F741206B1679}"/>
              </a:ext>
            </a:extLst>
          </p:cNvPr>
          <p:cNvSpPr>
            <a:spLocks noGrp="1"/>
          </p:cNvSpPr>
          <p:nvPr>
            <p:ph type="title"/>
          </p:nvPr>
        </p:nvSpPr>
        <p:spPr>
          <a:xfrm>
            <a:off x="838200" y="365125"/>
            <a:ext cx="10515600" cy="1325563"/>
          </a:xfrm>
        </p:spPr>
        <p:txBody>
          <a:bodyPr>
            <a:normAutofit/>
          </a:bodyPr>
          <a:lstStyle/>
          <a:p>
            <a:r>
              <a:rPr lang="en-IN" b="1" dirty="0"/>
              <a:t>Digital Forensics Science</a:t>
            </a:r>
            <a:endParaRPr lang="en-IN" dirty="0"/>
          </a:p>
        </p:txBody>
      </p:sp>
      <p:sp>
        <p:nvSpPr>
          <p:cNvPr id="3" name="Content Placeholder 2">
            <a:extLst>
              <a:ext uri="{FF2B5EF4-FFF2-40B4-BE49-F238E27FC236}">
                <a16:creationId xmlns:a16="http://schemas.microsoft.com/office/drawing/2014/main" id="{6491E9C2-D8C5-49F4-B5D8-6577D2AE3D63}"/>
              </a:ext>
            </a:extLst>
          </p:cNvPr>
          <p:cNvSpPr>
            <a:spLocks noGrp="1"/>
          </p:cNvSpPr>
          <p:nvPr>
            <p:ph idx="1"/>
          </p:nvPr>
        </p:nvSpPr>
        <p:spPr>
          <a:xfrm>
            <a:off x="838200" y="1825625"/>
            <a:ext cx="10515600" cy="4351338"/>
          </a:xfrm>
        </p:spPr>
        <p:txBody>
          <a:bodyPr>
            <a:normAutofit/>
          </a:bodyPr>
          <a:lstStyle/>
          <a:p>
            <a:pPr marL="0" indent="0">
              <a:buNone/>
            </a:pPr>
            <a:r>
              <a:rPr lang="en-IN" dirty="0"/>
              <a:t>Digital forensics, also known as </a:t>
            </a:r>
            <a:r>
              <a:rPr lang="en-IN" dirty="0">
                <a:solidFill>
                  <a:srgbClr val="FF0000"/>
                </a:solidFill>
              </a:rPr>
              <a:t>digital forensic science</a:t>
            </a:r>
            <a:r>
              <a:rPr lang="en-IN" dirty="0"/>
              <a:t>, is a branch of forensic science focused on the recovery, investigation, and analysis of digital evidence found in digital devices. It encompasses a wide range of techniques and methodologies used to collect, preserve, and examine digital data in a manner that is legally admissible in court.</a:t>
            </a:r>
          </a:p>
          <a:p>
            <a:endParaRPr lang="en-IN" dirty="0"/>
          </a:p>
        </p:txBody>
      </p:sp>
    </p:spTree>
    <p:extLst>
      <p:ext uri="{BB962C8B-B14F-4D97-AF65-F5344CB8AC3E}">
        <p14:creationId xmlns:p14="http://schemas.microsoft.com/office/powerpoint/2010/main" val="1994490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8105B8-240A-DAEB-CCEA-F6C5D34A99CB}"/>
              </a:ext>
            </a:extLst>
          </p:cNvPr>
          <p:cNvSpPr>
            <a:spLocks noGrp="1"/>
          </p:cNvSpPr>
          <p:nvPr>
            <p:ph type="title"/>
          </p:nvPr>
        </p:nvSpPr>
        <p:spPr>
          <a:xfrm>
            <a:off x="1371597" y="348865"/>
            <a:ext cx="10044023" cy="877729"/>
          </a:xfrm>
        </p:spPr>
        <p:txBody>
          <a:bodyPr anchor="ctr">
            <a:normAutofit/>
          </a:bodyPr>
          <a:lstStyle/>
          <a:p>
            <a:r>
              <a:rPr lang="en-IN" sz="2800" b="1">
                <a:solidFill>
                  <a:srgbClr val="FFFFFF"/>
                </a:solidFill>
              </a:rPr>
              <a:t>Key Aspects of Digital Forensics Science</a:t>
            </a:r>
            <a:br>
              <a:rPr lang="en-IN" sz="2800">
                <a:solidFill>
                  <a:srgbClr val="FFFFFF"/>
                </a:solidFill>
              </a:rPr>
            </a:br>
            <a:endParaRPr lang="en-IN" sz="2800">
              <a:solidFill>
                <a:srgbClr val="FFFFFF"/>
              </a:solidFill>
            </a:endParaRPr>
          </a:p>
        </p:txBody>
      </p:sp>
      <p:graphicFrame>
        <p:nvGraphicFramePr>
          <p:cNvPr id="5" name="Content Placeholder 2">
            <a:extLst>
              <a:ext uri="{FF2B5EF4-FFF2-40B4-BE49-F238E27FC236}">
                <a16:creationId xmlns:a16="http://schemas.microsoft.com/office/drawing/2014/main" id="{4CBF7D0A-C6C8-65DB-82EB-8A7B1DC8D650}"/>
              </a:ext>
            </a:extLst>
          </p:cNvPr>
          <p:cNvGraphicFramePr>
            <a:graphicFrameLocks noGrp="1"/>
          </p:cNvGraphicFramePr>
          <p:nvPr>
            <p:ph idx="1"/>
            <p:extLst>
              <p:ext uri="{D42A27DB-BD31-4B8C-83A1-F6EECF244321}">
                <p14:modId xmlns:p14="http://schemas.microsoft.com/office/powerpoint/2010/main" val="130089639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14553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16D2E69-D95F-63E1-025E-8F38704C8614}"/>
              </a:ext>
            </a:extLst>
          </p:cNvPr>
          <p:cNvSpPr>
            <a:spLocks noGrp="1"/>
          </p:cNvSpPr>
          <p:nvPr>
            <p:ph type="title"/>
          </p:nvPr>
        </p:nvSpPr>
        <p:spPr>
          <a:xfrm>
            <a:off x="1371597" y="348865"/>
            <a:ext cx="10044023" cy="877729"/>
          </a:xfrm>
        </p:spPr>
        <p:txBody>
          <a:bodyPr anchor="ctr">
            <a:normAutofit/>
          </a:bodyPr>
          <a:lstStyle/>
          <a:p>
            <a:r>
              <a:rPr lang="en-IN" sz="2800" b="1">
                <a:solidFill>
                  <a:srgbClr val="FFFFFF"/>
                </a:solidFill>
              </a:rPr>
              <a:t>Branches of Digital Forensics Science</a:t>
            </a:r>
            <a:br>
              <a:rPr lang="en-IN" sz="2800">
                <a:solidFill>
                  <a:srgbClr val="FFFFFF"/>
                </a:solidFill>
              </a:rPr>
            </a:br>
            <a:endParaRPr lang="en-IN" sz="2800">
              <a:solidFill>
                <a:srgbClr val="FFFFFF"/>
              </a:solidFill>
            </a:endParaRPr>
          </a:p>
        </p:txBody>
      </p:sp>
      <p:graphicFrame>
        <p:nvGraphicFramePr>
          <p:cNvPr id="5" name="Content Placeholder 2">
            <a:extLst>
              <a:ext uri="{FF2B5EF4-FFF2-40B4-BE49-F238E27FC236}">
                <a16:creationId xmlns:a16="http://schemas.microsoft.com/office/drawing/2014/main" id="{927F9A34-1987-D313-5B76-2A2AFDF98824}"/>
              </a:ext>
            </a:extLst>
          </p:cNvPr>
          <p:cNvGraphicFramePr>
            <a:graphicFrameLocks noGrp="1"/>
          </p:cNvGraphicFramePr>
          <p:nvPr>
            <p:ph idx="1"/>
            <p:extLst>
              <p:ext uri="{D42A27DB-BD31-4B8C-83A1-F6EECF244321}">
                <p14:modId xmlns:p14="http://schemas.microsoft.com/office/powerpoint/2010/main" val="218289754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04455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74327-C24A-0F74-3727-861EFF266C7D}"/>
              </a:ext>
            </a:extLst>
          </p:cNvPr>
          <p:cNvSpPr>
            <a:spLocks noGrp="1"/>
          </p:cNvSpPr>
          <p:nvPr>
            <p:ph type="title"/>
          </p:nvPr>
        </p:nvSpPr>
        <p:spPr/>
        <p:txBody>
          <a:bodyPr/>
          <a:lstStyle/>
          <a:p>
            <a:r>
              <a:rPr lang="en-IN" b="1"/>
              <a:t>Challenges in Digital Forensics Science</a:t>
            </a:r>
            <a:br>
              <a:rPr lang="en-IN"/>
            </a:br>
            <a:endParaRPr lang="en-IN" dirty="0"/>
          </a:p>
        </p:txBody>
      </p:sp>
      <p:graphicFrame>
        <p:nvGraphicFramePr>
          <p:cNvPr id="20" name="Content Placeholder 2">
            <a:extLst>
              <a:ext uri="{FF2B5EF4-FFF2-40B4-BE49-F238E27FC236}">
                <a16:creationId xmlns:a16="http://schemas.microsoft.com/office/drawing/2014/main" id="{280D7856-D65E-0C7F-6113-15A60C7EDCA1}"/>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6352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834458E-FF7B-D530-B259-74C544458704}"/>
              </a:ext>
            </a:extLst>
          </p:cNvPr>
          <p:cNvPicPr>
            <a:picLocks noChangeAspect="1"/>
          </p:cNvPicPr>
          <p:nvPr/>
        </p:nvPicPr>
        <p:blipFill>
          <a:blip r:embed="rId2">
            <a:duotone>
              <a:schemeClr val="bg2">
                <a:shade val="45000"/>
                <a:satMod val="135000"/>
              </a:schemeClr>
              <a:prstClr val="white"/>
            </a:duotone>
          </a:blip>
          <a:srcRect t="13476" b="9732"/>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221864-9499-1E83-DD24-30D526416722}"/>
              </a:ext>
            </a:extLst>
          </p:cNvPr>
          <p:cNvSpPr>
            <a:spLocks noGrp="1"/>
          </p:cNvSpPr>
          <p:nvPr>
            <p:ph type="title"/>
          </p:nvPr>
        </p:nvSpPr>
        <p:spPr>
          <a:xfrm>
            <a:off x="838200" y="365125"/>
            <a:ext cx="10515600" cy="1325563"/>
          </a:xfrm>
        </p:spPr>
        <p:txBody>
          <a:bodyPr>
            <a:normAutofit/>
          </a:bodyPr>
          <a:lstStyle/>
          <a:p>
            <a:r>
              <a:rPr lang="en-IN" b="1" dirty="0"/>
              <a:t>The Need for Computer Forensics</a:t>
            </a:r>
            <a:endParaRPr lang="en-IN" dirty="0"/>
          </a:p>
        </p:txBody>
      </p:sp>
      <p:graphicFrame>
        <p:nvGraphicFramePr>
          <p:cNvPr id="5" name="Content Placeholder 2">
            <a:extLst>
              <a:ext uri="{FF2B5EF4-FFF2-40B4-BE49-F238E27FC236}">
                <a16:creationId xmlns:a16="http://schemas.microsoft.com/office/drawing/2014/main" id="{C544E4D0-BB30-1BFA-BEFB-8E9ECFA998C1}"/>
              </a:ext>
            </a:extLst>
          </p:cNvPr>
          <p:cNvGraphicFramePr>
            <a:graphicFrameLocks noGrp="1"/>
          </p:cNvGraphicFramePr>
          <p:nvPr>
            <p:ph idx="1"/>
            <p:extLst>
              <p:ext uri="{D42A27DB-BD31-4B8C-83A1-F6EECF244321}">
                <p14:modId xmlns:p14="http://schemas.microsoft.com/office/powerpoint/2010/main" val="171191555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5846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95A0DA-5090-CBA0-C6DE-833150D495D5}"/>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3DFDBA51-884C-24CB-6D58-3FF69CB434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5352229"/>
            <a:ext cx="12192000" cy="1519356"/>
            <a:chOff x="0" y="-29768"/>
            <a:chExt cx="12202174" cy="1519356"/>
          </a:xfrm>
        </p:grpSpPr>
        <p:sp>
          <p:nvSpPr>
            <p:cNvPr id="11" name="Rectangle 10">
              <a:extLst>
                <a:ext uri="{FF2B5EF4-FFF2-40B4-BE49-F238E27FC236}">
                  <a16:creationId xmlns:a16="http://schemas.microsoft.com/office/drawing/2014/main" id="{A0808C82-5BF5-44D1-4233-0C36662A73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6C2F66C-138C-D24D-20D9-022878116D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289101" y="-1429602"/>
              <a:ext cx="1507122" cy="4319024"/>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918AEEB-D1C9-D352-50A7-737A17D58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880884" y="-2910652"/>
              <a:ext cx="1519356" cy="7281123"/>
            </a:xfrm>
            <a:prstGeom prst="rect">
              <a:avLst/>
            </a:prstGeom>
            <a:gradFill>
              <a:gsLst>
                <a:gs pos="29000">
                  <a:schemeClr val="accent5">
                    <a:lumMod val="60000"/>
                    <a:lumOff val="40000"/>
                    <a:alpha val="0"/>
                  </a:schemeClr>
                </a:gs>
                <a:gs pos="100000">
                  <a:schemeClr val="accent5">
                    <a:lumMod val="75000"/>
                    <a:alpha val="7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a:extLst>
              <a:ext uri="{FF2B5EF4-FFF2-40B4-BE49-F238E27FC236}">
                <a16:creationId xmlns:a16="http://schemas.microsoft.com/office/drawing/2014/main" id="{6F2639C2-90C0-13A1-99F4-4E39C5AA446D}"/>
              </a:ext>
            </a:extLst>
          </p:cNvPr>
          <p:cNvPicPr>
            <a:picLocks noChangeAspect="1"/>
          </p:cNvPicPr>
          <p:nvPr/>
        </p:nvPicPr>
        <p:blipFill>
          <a:blip r:embed="rId2"/>
          <a:stretch>
            <a:fillRect/>
          </a:stretch>
        </p:blipFill>
        <p:spPr>
          <a:xfrm>
            <a:off x="1139966" y="482815"/>
            <a:ext cx="8552673" cy="4496029"/>
          </a:xfrm>
          <a:prstGeom prst="rect">
            <a:avLst/>
          </a:prstGeom>
        </p:spPr>
      </p:pic>
    </p:spTree>
    <p:extLst>
      <p:ext uri="{BB962C8B-B14F-4D97-AF65-F5344CB8AC3E}">
        <p14:creationId xmlns:p14="http://schemas.microsoft.com/office/powerpoint/2010/main" val="1411640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n abstract design with lines and financial symbols">
            <a:extLst>
              <a:ext uri="{FF2B5EF4-FFF2-40B4-BE49-F238E27FC236}">
                <a16:creationId xmlns:a16="http://schemas.microsoft.com/office/drawing/2014/main" id="{36BF6EB4-178C-403F-4E03-575669A24749}"/>
              </a:ext>
            </a:extLst>
          </p:cNvPr>
          <p:cNvPicPr>
            <a:picLocks noChangeAspect="1"/>
          </p:cNvPicPr>
          <p:nvPr/>
        </p:nvPicPr>
        <p:blipFill>
          <a:blip r:embed="rId2">
            <a:duotone>
              <a:schemeClr val="bg2">
                <a:shade val="45000"/>
                <a:satMod val="135000"/>
              </a:schemeClr>
              <a:prstClr val="white"/>
            </a:duotone>
          </a:blip>
          <a:srcRect t="14818" b="595"/>
          <a:stretch>
            <a:fillRect/>
          </a:stretch>
        </p:blipFill>
        <p:spPr>
          <a:xfrm>
            <a:off x="20" y="10"/>
            <a:ext cx="12191980" cy="6857990"/>
          </a:xfrm>
          <a:prstGeom prst="rect">
            <a:avLst/>
          </a:prstGeom>
        </p:spPr>
      </p:pic>
      <p:sp>
        <p:nvSpPr>
          <p:cNvPr id="13" name="Rectangle 12">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5FB2DC-2BB9-8FC7-4815-55E46A428CDB}"/>
              </a:ext>
            </a:extLst>
          </p:cNvPr>
          <p:cNvSpPr>
            <a:spLocks noGrp="1"/>
          </p:cNvSpPr>
          <p:nvPr>
            <p:ph type="title"/>
          </p:nvPr>
        </p:nvSpPr>
        <p:spPr>
          <a:xfrm>
            <a:off x="838200" y="365125"/>
            <a:ext cx="10515600" cy="1325563"/>
          </a:xfrm>
        </p:spPr>
        <p:txBody>
          <a:bodyPr>
            <a:normAutofit/>
          </a:bodyPr>
          <a:lstStyle/>
          <a:p>
            <a:r>
              <a:rPr lang="en-IN" b="1"/>
              <a:t>Cyber Forensics and Digital evidence</a:t>
            </a:r>
            <a:endParaRPr lang="en-IN" dirty="0"/>
          </a:p>
        </p:txBody>
      </p:sp>
      <p:sp>
        <p:nvSpPr>
          <p:cNvPr id="14" name="Content Placeholder 2">
            <a:extLst>
              <a:ext uri="{FF2B5EF4-FFF2-40B4-BE49-F238E27FC236}">
                <a16:creationId xmlns:a16="http://schemas.microsoft.com/office/drawing/2014/main" id="{4459F97B-FAAB-58DD-E741-F68AB30D0385}"/>
              </a:ext>
            </a:extLst>
          </p:cNvPr>
          <p:cNvSpPr>
            <a:spLocks noGrp="1"/>
          </p:cNvSpPr>
          <p:nvPr>
            <p:ph idx="1"/>
          </p:nvPr>
        </p:nvSpPr>
        <p:spPr>
          <a:xfrm>
            <a:off x="838200" y="1825625"/>
            <a:ext cx="10515600" cy="4351338"/>
          </a:xfrm>
        </p:spPr>
        <p:txBody>
          <a:bodyPr>
            <a:normAutofit/>
          </a:bodyPr>
          <a:lstStyle/>
          <a:p>
            <a:pPr marL="0" indent="0">
              <a:buNone/>
            </a:pPr>
            <a:r>
              <a:rPr lang="en-IN" sz="2200"/>
              <a:t>Digital evidence refers to any information or data that is stored, received, or transmitted by electronic devices. This includes:</a:t>
            </a:r>
          </a:p>
          <a:p>
            <a:pPr lvl="0"/>
            <a:r>
              <a:rPr lang="en-IN" sz="2200" b="1"/>
              <a:t>Emails and Text Messages</a:t>
            </a:r>
            <a:r>
              <a:rPr lang="en-IN" sz="2200"/>
              <a:t>: Communications that can provide insights into relationships, intentions, and timelines.</a:t>
            </a:r>
          </a:p>
          <a:p>
            <a:pPr lvl="0"/>
            <a:r>
              <a:rPr lang="en-IN" sz="2200" b="1"/>
              <a:t>Files and Documents</a:t>
            </a:r>
            <a:r>
              <a:rPr lang="en-IN" sz="2200"/>
              <a:t>: Digital files, including images, videos, and documents, which may contain relevant information about criminal activities.</a:t>
            </a:r>
          </a:p>
          <a:p>
            <a:pPr lvl="0"/>
            <a:r>
              <a:rPr lang="en-IN" sz="2200" b="1"/>
              <a:t>Internet Activity</a:t>
            </a:r>
            <a:r>
              <a:rPr lang="en-IN" sz="2200"/>
              <a:t>: Browsing history, search queries, and social media interactions that can reveal a suspect's </a:t>
            </a:r>
            <a:r>
              <a:rPr lang="en-IN" sz="2200" err="1"/>
              <a:t>behavior</a:t>
            </a:r>
            <a:r>
              <a:rPr lang="en-IN" sz="2200"/>
              <a:t> and connections.</a:t>
            </a:r>
          </a:p>
          <a:p>
            <a:pPr lvl="0"/>
            <a:r>
              <a:rPr lang="en-IN" sz="2200" b="1"/>
              <a:t>Metadata</a:t>
            </a:r>
            <a:r>
              <a:rPr lang="en-IN" sz="2200"/>
              <a:t>: Data that provides information about other data, such as timestamps and file origins, which can help establish timelines and authenticity.</a:t>
            </a:r>
          </a:p>
          <a:p>
            <a:endParaRPr lang="en-IN" sz="2200"/>
          </a:p>
        </p:txBody>
      </p:sp>
    </p:spTree>
    <p:extLst>
      <p:ext uri="{BB962C8B-B14F-4D97-AF65-F5344CB8AC3E}">
        <p14:creationId xmlns:p14="http://schemas.microsoft.com/office/powerpoint/2010/main" val="989224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C851C7-6F93-000A-18E3-754D80C21A6B}"/>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0ED207F9-AAA8-553E-C274-D088720C79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5352229"/>
            <a:ext cx="12192000" cy="1519356"/>
            <a:chOff x="0" y="-29768"/>
            <a:chExt cx="12202174" cy="1519356"/>
          </a:xfrm>
        </p:grpSpPr>
        <p:sp>
          <p:nvSpPr>
            <p:cNvPr id="11" name="Rectangle 10">
              <a:extLst>
                <a:ext uri="{FF2B5EF4-FFF2-40B4-BE49-F238E27FC236}">
                  <a16:creationId xmlns:a16="http://schemas.microsoft.com/office/drawing/2014/main" id="{1B083580-AC76-170C-F4D7-6FBC282BF3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CFF6A98-44F9-BDFB-3AFB-FC41EC569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289101" y="-1429602"/>
              <a:ext cx="1507122" cy="4319024"/>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875C1E2-BB63-C153-59DA-1D4DB6957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880884" y="-2910652"/>
              <a:ext cx="1519356" cy="7281123"/>
            </a:xfrm>
            <a:prstGeom prst="rect">
              <a:avLst/>
            </a:prstGeom>
            <a:gradFill>
              <a:gsLst>
                <a:gs pos="29000">
                  <a:schemeClr val="accent5">
                    <a:lumMod val="60000"/>
                    <a:lumOff val="40000"/>
                    <a:alpha val="0"/>
                  </a:schemeClr>
                </a:gs>
                <a:gs pos="100000">
                  <a:schemeClr val="accent5">
                    <a:lumMod val="75000"/>
                    <a:alpha val="7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a:extLst>
              <a:ext uri="{FF2B5EF4-FFF2-40B4-BE49-F238E27FC236}">
                <a16:creationId xmlns:a16="http://schemas.microsoft.com/office/drawing/2014/main" id="{646E23B2-2128-1517-7D0E-F2D3D082C667}"/>
              </a:ext>
            </a:extLst>
          </p:cNvPr>
          <p:cNvPicPr>
            <a:picLocks noChangeAspect="1"/>
          </p:cNvPicPr>
          <p:nvPr/>
        </p:nvPicPr>
        <p:blipFill>
          <a:blip r:embed="rId2"/>
          <a:stretch>
            <a:fillRect/>
          </a:stretch>
        </p:blipFill>
        <p:spPr>
          <a:xfrm>
            <a:off x="1038357" y="168267"/>
            <a:ext cx="9251049" cy="4972719"/>
          </a:xfrm>
          <a:prstGeom prst="rect">
            <a:avLst/>
          </a:prstGeom>
        </p:spPr>
      </p:pic>
    </p:spTree>
    <p:extLst>
      <p:ext uri="{BB962C8B-B14F-4D97-AF65-F5344CB8AC3E}">
        <p14:creationId xmlns:p14="http://schemas.microsoft.com/office/powerpoint/2010/main" val="3103214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07FAD7-E359-97BF-E0DB-CC29E9F83E9E}"/>
              </a:ext>
            </a:extLst>
          </p:cNvPr>
          <p:cNvSpPr>
            <a:spLocks noGrp="1"/>
          </p:cNvSpPr>
          <p:nvPr>
            <p:ph type="title"/>
          </p:nvPr>
        </p:nvSpPr>
        <p:spPr>
          <a:xfrm>
            <a:off x="841248" y="256032"/>
            <a:ext cx="10506456" cy="1014984"/>
          </a:xfrm>
        </p:spPr>
        <p:txBody>
          <a:bodyPr anchor="b">
            <a:normAutofit/>
          </a:bodyPr>
          <a:lstStyle/>
          <a:p>
            <a:r>
              <a:rPr lang="en-IN" sz="3100" b="1"/>
              <a:t>Importance of Digital Evidence in Cyber Forensics</a:t>
            </a:r>
            <a:br>
              <a:rPr lang="en-IN" sz="3100"/>
            </a:br>
            <a:endParaRPr lang="en-IN" sz="310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387F6182-F9C1-5D3C-B686-0DA49C21FAE0}"/>
              </a:ext>
            </a:extLst>
          </p:cNvPr>
          <p:cNvGraphicFramePr>
            <a:graphicFrameLocks noGrp="1"/>
          </p:cNvGraphicFramePr>
          <p:nvPr>
            <p:ph idx="1"/>
            <p:extLst>
              <p:ext uri="{D42A27DB-BD31-4B8C-83A1-F6EECF244321}">
                <p14:modId xmlns:p14="http://schemas.microsoft.com/office/powerpoint/2010/main" val="875026078"/>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3583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D86EBB-DCA7-AD76-5425-41F70A025AA8}"/>
              </a:ext>
            </a:extLst>
          </p:cNvPr>
          <p:cNvSpPr>
            <a:spLocks noGrp="1"/>
          </p:cNvSpPr>
          <p:nvPr>
            <p:ph type="title"/>
          </p:nvPr>
        </p:nvSpPr>
        <p:spPr>
          <a:xfrm>
            <a:off x="838200" y="459863"/>
            <a:ext cx="10515600" cy="1004594"/>
          </a:xfrm>
        </p:spPr>
        <p:txBody>
          <a:bodyPr>
            <a:normAutofit/>
          </a:bodyPr>
          <a:lstStyle/>
          <a:p>
            <a:pPr algn="ctr"/>
            <a:r>
              <a:rPr lang="en-IN" sz="3100" b="1">
                <a:solidFill>
                  <a:srgbClr val="FFFFFF"/>
                </a:solidFill>
              </a:rPr>
              <a:t>Challenges in Digital Evidence Collection</a:t>
            </a:r>
            <a:br>
              <a:rPr lang="en-IN" sz="3100">
                <a:solidFill>
                  <a:srgbClr val="FFFFFF"/>
                </a:solidFill>
              </a:rPr>
            </a:br>
            <a:endParaRPr lang="en-IN" sz="3100">
              <a:solidFill>
                <a:srgbClr val="FFFFFF"/>
              </a:solidFill>
            </a:endParaRPr>
          </a:p>
        </p:txBody>
      </p:sp>
      <p:sp>
        <p:nvSpPr>
          <p:cNvPr id="16" name="Rectangle: Rounded Corners 15">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7" name="Content Placeholder 2">
            <a:extLst>
              <a:ext uri="{FF2B5EF4-FFF2-40B4-BE49-F238E27FC236}">
                <a16:creationId xmlns:a16="http://schemas.microsoft.com/office/drawing/2014/main" id="{BA1EB80A-CBEE-6D46-AA4C-8467F76CB250}"/>
              </a:ext>
            </a:extLst>
          </p:cNvPr>
          <p:cNvGraphicFramePr>
            <a:graphicFrameLocks noGrp="1"/>
          </p:cNvGraphicFramePr>
          <p:nvPr>
            <p:ph idx="1"/>
            <p:extLst>
              <p:ext uri="{D42A27DB-BD31-4B8C-83A1-F6EECF244321}">
                <p14:modId xmlns:p14="http://schemas.microsoft.com/office/powerpoint/2010/main" val="2685461802"/>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11029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C5AAB5-40AF-2084-C667-09664243C63C}"/>
              </a:ext>
            </a:extLst>
          </p:cNvPr>
          <p:cNvSpPr>
            <a:spLocks noGrp="1"/>
          </p:cNvSpPr>
          <p:nvPr>
            <p:ph type="title"/>
          </p:nvPr>
        </p:nvSpPr>
        <p:spPr>
          <a:xfrm>
            <a:off x="466722" y="586855"/>
            <a:ext cx="3201366" cy="3387497"/>
          </a:xfrm>
        </p:spPr>
        <p:txBody>
          <a:bodyPr anchor="b">
            <a:normAutofit/>
          </a:bodyPr>
          <a:lstStyle/>
          <a:p>
            <a:pPr algn="r"/>
            <a:r>
              <a:rPr lang="en-IN" sz="4000" b="1">
                <a:solidFill>
                  <a:srgbClr val="FFFFFF"/>
                </a:solidFill>
              </a:rPr>
              <a:t>Digital Forensics Lifecycle</a:t>
            </a:r>
            <a:br>
              <a:rPr lang="en-IN" sz="4000">
                <a:solidFill>
                  <a:srgbClr val="FFFFFF"/>
                </a:solidFill>
              </a:rPr>
            </a:br>
            <a:endParaRPr lang="en-IN" sz="4000">
              <a:solidFill>
                <a:srgbClr val="FFFFFF"/>
              </a:solidFill>
            </a:endParaRPr>
          </a:p>
        </p:txBody>
      </p:sp>
      <p:sp>
        <p:nvSpPr>
          <p:cNvPr id="30" name="Content Placeholder 2">
            <a:extLst>
              <a:ext uri="{FF2B5EF4-FFF2-40B4-BE49-F238E27FC236}">
                <a16:creationId xmlns:a16="http://schemas.microsoft.com/office/drawing/2014/main" id="{4BEBAC2A-895C-FFFC-22E8-3E986F4BDBC4}"/>
              </a:ext>
            </a:extLst>
          </p:cNvPr>
          <p:cNvSpPr>
            <a:spLocks noGrp="1"/>
          </p:cNvSpPr>
          <p:nvPr>
            <p:ph idx="1"/>
          </p:nvPr>
        </p:nvSpPr>
        <p:spPr>
          <a:xfrm>
            <a:off x="4810259" y="649480"/>
            <a:ext cx="6555347" cy="5546047"/>
          </a:xfrm>
        </p:spPr>
        <p:txBody>
          <a:bodyPr anchor="ctr">
            <a:normAutofit/>
          </a:bodyPr>
          <a:lstStyle/>
          <a:p>
            <a:pPr marL="0" indent="0">
              <a:buNone/>
            </a:pPr>
            <a:r>
              <a:rPr lang="en-IN" sz="1400" b="1"/>
              <a:t>1. Preparation and Identification</a:t>
            </a:r>
            <a:endParaRPr lang="en-IN" sz="1400"/>
          </a:p>
          <a:p>
            <a:pPr marL="0" indent="0">
              <a:buNone/>
            </a:pPr>
            <a:r>
              <a:rPr lang="en-IN" sz="1400"/>
              <a:t>Before any evidence can be collected, investigators must prepare by understanding the context of the investigation and identifying potential sources of digital evidence. </a:t>
            </a:r>
          </a:p>
          <a:p>
            <a:pPr marL="0" indent="0">
              <a:buNone/>
            </a:pPr>
            <a:r>
              <a:rPr lang="en-IN" sz="1400"/>
              <a:t>2</a:t>
            </a:r>
            <a:r>
              <a:rPr lang="en-IN" sz="1400" b="1"/>
              <a:t>. Collection and Recording</a:t>
            </a:r>
            <a:endParaRPr lang="en-IN" sz="1400"/>
          </a:p>
          <a:p>
            <a:pPr marL="0" indent="0">
              <a:buNone/>
            </a:pPr>
            <a:r>
              <a:rPr lang="en-IN" sz="1400"/>
              <a:t>To collect and record it systematically. </a:t>
            </a:r>
          </a:p>
          <a:p>
            <a:pPr marL="0" indent="0">
              <a:buNone/>
            </a:pPr>
            <a:r>
              <a:rPr lang="en-IN" sz="1400" b="1"/>
              <a:t>3. Storing and Transporting</a:t>
            </a:r>
            <a:endParaRPr lang="en-IN" sz="1400"/>
          </a:p>
          <a:p>
            <a:pPr marL="0" indent="0">
              <a:buNone/>
            </a:pPr>
            <a:r>
              <a:rPr lang="en-IN" sz="1400"/>
              <a:t>Proper handling of digital evidence during storage and transportation is vital to maintaining its integrity.</a:t>
            </a:r>
          </a:p>
          <a:p>
            <a:pPr marL="0" indent="0">
              <a:buNone/>
            </a:pPr>
            <a:r>
              <a:rPr lang="en-IN" sz="1400" b="1"/>
              <a:t>4. Examination/Investigation</a:t>
            </a:r>
            <a:endParaRPr lang="en-IN" sz="1400"/>
          </a:p>
          <a:p>
            <a:pPr marL="0" indent="0">
              <a:buNone/>
            </a:pPr>
            <a:r>
              <a:rPr lang="en-IN" sz="1400"/>
              <a:t>Forensic experts analyze the collected data to uncover relevant information. </a:t>
            </a:r>
          </a:p>
          <a:p>
            <a:pPr marL="0" indent="0">
              <a:buNone/>
            </a:pPr>
            <a:r>
              <a:rPr lang="en-IN" sz="1400" b="1"/>
              <a:t>5. Analysis, Interpretation, and Attribution</a:t>
            </a:r>
            <a:endParaRPr lang="en-IN" sz="1400"/>
          </a:p>
          <a:p>
            <a:pPr marL="0" indent="0">
              <a:buNone/>
            </a:pPr>
            <a:r>
              <a:rPr lang="en-IN" sz="1400"/>
              <a:t>To analyze and interpret the findings</a:t>
            </a:r>
          </a:p>
          <a:p>
            <a:pPr marL="0" indent="0">
              <a:buNone/>
            </a:pPr>
            <a:r>
              <a:rPr lang="en-IN" sz="1400" b="1"/>
              <a:t>6. Reporting</a:t>
            </a:r>
            <a:endParaRPr lang="en-IN" sz="1400"/>
          </a:p>
          <a:p>
            <a:pPr marL="0" indent="0">
              <a:buNone/>
            </a:pPr>
            <a:r>
              <a:rPr lang="en-IN" sz="1400"/>
              <a:t>A comprehensive report is generated. </a:t>
            </a:r>
          </a:p>
          <a:p>
            <a:pPr marL="0" indent="0">
              <a:buNone/>
            </a:pPr>
            <a:r>
              <a:rPr lang="en-IN" sz="1400" b="1"/>
              <a:t>7. Testifying</a:t>
            </a:r>
            <a:endParaRPr lang="en-IN" sz="1400"/>
          </a:p>
          <a:p>
            <a:r>
              <a:rPr lang="en-IN" sz="1400"/>
              <a:t>In many cases, forensic experts may be required to testify in court regarding their findings. </a:t>
            </a:r>
          </a:p>
          <a:p>
            <a:endParaRPr lang="en-IN" sz="1400"/>
          </a:p>
        </p:txBody>
      </p:sp>
    </p:spTree>
    <p:extLst>
      <p:ext uri="{BB962C8B-B14F-4D97-AF65-F5344CB8AC3E}">
        <p14:creationId xmlns:p14="http://schemas.microsoft.com/office/powerpoint/2010/main" val="3315045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C9A13A-AB27-8173-5253-4BDA4822E8BA}"/>
              </a:ext>
            </a:extLst>
          </p:cNvPr>
          <p:cNvSpPr>
            <a:spLocks noGrp="1"/>
          </p:cNvSpPr>
          <p:nvPr>
            <p:ph type="title"/>
          </p:nvPr>
        </p:nvSpPr>
        <p:spPr>
          <a:xfrm>
            <a:off x="841248" y="256032"/>
            <a:ext cx="10506456" cy="1014984"/>
          </a:xfrm>
        </p:spPr>
        <p:txBody>
          <a:bodyPr anchor="b">
            <a:normAutofit/>
          </a:bodyPr>
          <a:lstStyle/>
          <a:p>
            <a:r>
              <a:rPr lang="en-IN" b="1"/>
              <a:t>Preparation and Identification</a:t>
            </a:r>
            <a:endParaRPr lang="en-IN" dirty="0"/>
          </a:p>
        </p:txBody>
      </p:sp>
      <p:sp>
        <p:nvSpPr>
          <p:cNvPr id="18" name="Rectangle 17">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0" name="Content Placeholder 2">
            <a:extLst>
              <a:ext uri="{FF2B5EF4-FFF2-40B4-BE49-F238E27FC236}">
                <a16:creationId xmlns:a16="http://schemas.microsoft.com/office/drawing/2014/main" id="{3B5E63DB-F6FE-4D39-713B-6CB47EDF0C4E}"/>
              </a:ext>
            </a:extLst>
          </p:cNvPr>
          <p:cNvGraphicFramePr>
            <a:graphicFrameLocks noGrp="1"/>
          </p:cNvGraphicFramePr>
          <p:nvPr>
            <p:ph idx="1"/>
            <p:extLst>
              <p:ext uri="{D42A27DB-BD31-4B8C-83A1-F6EECF244321}">
                <p14:modId xmlns:p14="http://schemas.microsoft.com/office/powerpoint/2010/main" val="1541232229"/>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81528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5ACC6BB2-28F8-4405-829D-0562733BEE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Freeform: Shape 26">
            <a:extLst>
              <a:ext uri="{FF2B5EF4-FFF2-40B4-BE49-F238E27FC236}">
                <a16:creationId xmlns:a16="http://schemas.microsoft.com/office/drawing/2014/main" id="{5C2E53F0-AD54-4A55-99A0-EC896CE3C2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FEFEF"/>
            </a:solidFill>
          </a:ln>
          <a:effectLst>
            <a:outerShdw blurRad="889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8" name="Freeform: Shape 27">
            <a:extLst>
              <a:ext uri="{FF2B5EF4-FFF2-40B4-BE49-F238E27FC236}">
                <a16:creationId xmlns:a16="http://schemas.microsoft.com/office/drawing/2014/main" id="{D15F19F8-85EE-477A-ACBA-4B6D06978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4C8B421-9C02-6330-E86A-2EB9D060B404}"/>
              </a:ext>
            </a:extLst>
          </p:cNvPr>
          <p:cNvSpPr>
            <a:spLocks noGrp="1"/>
          </p:cNvSpPr>
          <p:nvPr>
            <p:ph type="title"/>
          </p:nvPr>
        </p:nvSpPr>
        <p:spPr>
          <a:xfrm>
            <a:off x="838200" y="253397"/>
            <a:ext cx="10515600" cy="1273233"/>
          </a:xfrm>
        </p:spPr>
        <p:txBody>
          <a:bodyPr>
            <a:normAutofit/>
          </a:bodyPr>
          <a:lstStyle/>
          <a:p>
            <a:r>
              <a:rPr lang="en-IN" sz="4000" b="1"/>
              <a:t>Collection and Recording</a:t>
            </a:r>
            <a:br>
              <a:rPr lang="en-IN" sz="4000"/>
            </a:br>
            <a:endParaRPr lang="en-IN" sz="4000"/>
          </a:p>
        </p:txBody>
      </p:sp>
      <p:sp>
        <p:nvSpPr>
          <p:cNvPr id="29" name="Rectangle 28">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797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30" name="Content Placeholder 2">
            <a:extLst>
              <a:ext uri="{FF2B5EF4-FFF2-40B4-BE49-F238E27FC236}">
                <a16:creationId xmlns:a16="http://schemas.microsoft.com/office/drawing/2014/main" id="{D9039978-6E15-E100-1649-86F77728DCE2}"/>
              </a:ext>
            </a:extLst>
          </p:cNvPr>
          <p:cNvGraphicFramePr>
            <a:graphicFrameLocks noGrp="1"/>
          </p:cNvGraphicFramePr>
          <p:nvPr>
            <p:ph idx="1"/>
            <p:extLst>
              <p:ext uri="{D42A27DB-BD31-4B8C-83A1-F6EECF244321}">
                <p14:modId xmlns:p14="http://schemas.microsoft.com/office/powerpoint/2010/main" val="584926442"/>
              </p:ext>
            </p:extLst>
          </p:nvPr>
        </p:nvGraphicFramePr>
        <p:xfrm>
          <a:off x="838200" y="2184158"/>
          <a:ext cx="10515600" cy="40611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82204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A0E8C0-7B9F-9F3C-7D2D-CF761D00104D}"/>
              </a:ext>
            </a:extLst>
          </p:cNvPr>
          <p:cNvSpPr>
            <a:spLocks noGrp="1"/>
          </p:cNvSpPr>
          <p:nvPr>
            <p:ph type="title"/>
          </p:nvPr>
        </p:nvSpPr>
        <p:spPr>
          <a:xfrm>
            <a:off x="838200" y="557188"/>
            <a:ext cx="10515600" cy="1133499"/>
          </a:xfrm>
        </p:spPr>
        <p:txBody>
          <a:bodyPr>
            <a:normAutofit/>
          </a:bodyPr>
          <a:lstStyle/>
          <a:p>
            <a:pPr algn="ctr"/>
            <a:r>
              <a:rPr lang="en-IN" sz="5200" b="1"/>
              <a:t>Storing and Transporting</a:t>
            </a:r>
            <a:endParaRPr lang="en-IN" sz="5200"/>
          </a:p>
        </p:txBody>
      </p:sp>
      <p:graphicFrame>
        <p:nvGraphicFramePr>
          <p:cNvPr id="5" name="Content Placeholder 2">
            <a:extLst>
              <a:ext uri="{FF2B5EF4-FFF2-40B4-BE49-F238E27FC236}">
                <a16:creationId xmlns:a16="http://schemas.microsoft.com/office/drawing/2014/main" id="{3BFB8F8E-7D12-7100-DB5A-3D086790C0B0}"/>
              </a:ext>
            </a:extLst>
          </p:cNvPr>
          <p:cNvGraphicFramePr>
            <a:graphicFrameLocks noGrp="1"/>
          </p:cNvGraphicFramePr>
          <p:nvPr>
            <p:ph idx="1"/>
            <p:extLst>
              <p:ext uri="{D42A27DB-BD31-4B8C-83A1-F6EECF244321}">
                <p14:modId xmlns:p14="http://schemas.microsoft.com/office/powerpoint/2010/main" val="2109028337"/>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044217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6B175-67F6-6A95-A1A4-223E7EFB6802}"/>
              </a:ext>
            </a:extLst>
          </p:cNvPr>
          <p:cNvSpPr>
            <a:spLocks noGrp="1"/>
          </p:cNvSpPr>
          <p:nvPr>
            <p:ph type="title"/>
          </p:nvPr>
        </p:nvSpPr>
        <p:spPr/>
        <p:txBody>
          <a:bodyPr/>
          <a:lstStyle/>
          <a:p>
            <a:r>
              <a:rPr lang="en-IN" b="1"/>
              <a:t>Examination/Investigation</a:t>
            </a:r>
            <a:endParaRPr lang="en-IN" dirty="0"/>
          </a:p>
        </p:txBody>
      </p:sp>
      <p:graphicFrame>
        <p:nvGraphicFramePr>
          <p:cNvPr id="5" name="Content Placeholder 2">
            <a:extLst>
              <a:ext uri="{FF2B5EF4-FFF2-40B4-BE49-F238E27FC236}">
                <a16:creationId xmlns:a16="http://schemas.microsoft.com/office/drawing/2014/main" id="{2532E0BF-5CCC-C937-1423-91344E04C23D}"/>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934047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83DC347-A71D-0EAA-AA07-8B4E346A48B7}"/>
              </a:ext>
            </a:extLst>
          </p:cNvPr>
          <p:cNvSpPr>
            <a:spLocks noGrp="1"/>
          </p:cNvSpPr>
          <p:nvPr>
            <p:ph type="title"/>
          </p:nvPr>
        </p:nvSpPr>
        <p:spPr>
          <a:xfrm>
            <a:off x="1383564" y="348865"/>
            <a:ext cx="9718111" cy="1576446"/>
          </a:xfrm>
        </p:spPr>
        <p:txBody>
          <a:bodyPr anchor="ctr">
            <a:normAutofit/>
          </a:bodyPr>
          <a:lstStyle/>
          <a:p>
            <a:r>
              <a:rPr lang="en-IN" sz="4000" b="1">
                <a:solidFill>
                  <a:srgbClr val="FFFFFF"/>
                </a:solidFill>
              </a:rPr>
              <a:t>Analysis, Interpretation, and Attribution</a:t>
            </a:r>
            <a:endParaRPr lang="en-IN" sz="4000">
              <a:solidFill>
                <a:srgbClr val="FFFFFF"/>
              </a:solidFill>
            </a:endParaRPr>
          </a:p>
        </p:txBody>
      </p:sp>
      <p:graphicFrame>
        <p:nvGraphicFramePr>
          <p:cNvPr id="5" name="Content Placeholder 2">
            <a:extLst>
              <a:ext uri="{FF2B5EF4-FFF2-40B4-BE49-F238E27FC236}">
                <a16:creationId xmlns:a16="http://schemas.microsoft.com/office/drawing/2014/main" id="{A9414FA0-1FBE-E8B2-E704-34121B836C4E}"/>
              </a:ext>
            </a:extLst>
          </p:cNvPr>
          <p:cNvGraphicFramePr>
            <a:graphicFrameLocks noGrp="1"/>
          </p:cNvGraphicFramePr>
          <p:nvPr>
            <p:ph idx="1"/>
            <p:extLst>
              <p:ext uri="{D42A27DB-BD31-4B8C-83A1-F6EECF244321}">
                <p14:modId xmlns:p14="http://schemas.microsoft.com/office/powerpoint/2010/main" val="2094305421"/>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047266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8B1A394-5AF1-CC19-D3A3-C845EEE3ADB1}"/>
              </a:ext>
            </a:extLst>
          </p:cNvPr>
          <p:cNvSpPr>
            <a:spLocks noGrp="1"/>
          </p:cNvSpPr>
          <p:nvPr>
            <p:ph type="title"/>
          </p:nvPr>
        </p:nvSpPr>
        <p:spPr>
          <a:xfrm>
            <a:off x="1383564" y="348865"/>
            <a:ext cx="9718111" cy="1576446"/>
          </a:xfrm>
        </p:spPr>
        <p:txBody>
          <a:bodyPr anchor="ctr">
            <a:normAutofit/>
          </a:bodyPr>
          <a:lstStyle/>
          <a:p>
            <a:r>
              <a:rPr lang="en-IN" sz="4000" b="1">
                <a:solidFill>
                  <a:srgbClr val="FFFFFF"/>
                </a:solidFill>
              </a:rPr>
              <a:t>Reporting</a:t>
            </a:r>
            <a:br>
              <a:rPr lang="en-IN" sz="4000">
                <a:solidFill>
                  <a:srgbClr val="FFFFFF"/>
                </a:solidFill>
              </a:rPr>
            </a:br>
            <a:endParaRPr lang="en-IN" sz="4000">
              <a:solidFill>
                <a:srgbClr val="FFFFFF"/>
              </a:solidFill>
            </a:endParaRPr>
          </a:p>
        </p:txBody>
      </p:sp>
      <p:graphicFrame>
        <p:nvGraphicFramePr>
          <p:cNvPr id="5" name="Content Placeholder 2">
            <a:extLst>
              <a:ext uri="{FF2B5EF4-FFF2-40B4-BE49-F238E27FC236}">
                <a16:creationId xmlns:a16="http://schemas.microsoft.com/office/drawing/2014/main" id="{3E56B592-2FA6-6093-B087-895836AF5B95}"/>
              </a:ext>
            </a:extLst>
          </p:cNvPr>
          <p:cNvGraphicFramePr>
            <a:graphicFrameLocks noGrp="1"/>
          </p:cNvGraphicFramePr>
          <p:nvPr>
            <p:ph idx="1"/>
            <p:extLst>
              <p:ext uri="{D42A27DB-BD31-4B8C-83A1-F6EECF244321}">
                <p14:modId xmlns:p14="http://schemas.microsoft.com/office/powerpoint/2010/main" val="3266420134"/>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926399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FD4CF7-EEFF-4AE1-5756-BAEA1E85EF9B}"/>
              </a:ext>
            </a:extLst>
          </p:cNvPr>
          <p:cNvSpPr>
            <a:spLocks noGrp="1"/>
          </p:cNvSpPr>
          <p:nvPr>
            <p:ph type="title"/>
          </p:nvPr>
        </p:nvSpPr>
        <p:spPr>
          <a:xfrm>
            <a:off x="841248" y="256032"/>
            <a:ext cx="10506456" cy="1014984"/>
          </a:xfrm>
        </p:spPr>
        <p:txBody>
          <a:bodyPr anchor="b">
            <a:normAutofit/>
          </a:bodyPr>
          <a:lstStyle/>
          <a:p>
            <a:r>
              <a:rPr lang="en-IN" b="1" dirty="0"/>
              <a:t>Testifying</a:t>
            </a:r>
            <a:endParaRPr lang="en-IN" dirty="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897E3420-8C0D-6133-77F1-925C4236CDE1}"/>
              </a:ext>
            </a:extLst>
          </p:cNvPr>
          <p:cNvGraphicFramePr>
            <a:graphicFrameLocks noGrp="1"/>
          </p:cNvGraphicFramePr>
          <p:nvPr>
            <p:ph idx="1"/>
            <p:extLst>
              <p:ext uri="{D42A27DB-BD31-4B8C-83A1-F6EECF244321}">
                <p14:modId xmlns:p14="http://schemas.microsoft.com/office/powerpoint/2010/main" val="802391716"/>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94FE9916-B7B4-D13F-5170-0C7C1E964237}"/>
              </a:ext>
            </a:extLst>
          </p:cNvPr>
          <p:cNvSpPr txBox="1"/>
          <p:nvPr/>
        </p:nvSpPr>
        <p:spPr>
          <a:xfrm>
            <a:off x="1078028" y="1819175"/>
            <a:ext cx="9309555" cy="923330"/>
          </a:xfrm>
          <a:prstGeom prst="rect">
            <a:avLst/>
          </a:prstGeom>
          <a:noFill/>
        </p:spPr>
        <p:txBody>
          <a:bodyPr wrap="square" rtlCol="0">
            <a:spAutoFit/>
          </a:bodyPr>
          <a:lstStyle/>
          <a:p>
            <a:r>
              <a:rPr lang="en-IN" dirty="0"/>
              <a:t>In many cases, forensic experts may be required to testify in court regarding their findings. This phase includes:</a:t>
            </a:r>
          </a:p>
          <a:p>
            <a:endParaRPr lang="en-IN" dirty="0"/>
          </a:p>
        </p:txBody>
      </p:sp>
    </p:spTree>
    <p:extLst>
      <p:ext uri="{BB962C8B-B14F-4D97-AF65-F5344CB8AC3E}">
        <p14:creationId xmlns:p14="http://schemas.microsoft.com/office/powerpoint/2010/main" val="1305667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5B94EF-4ED6-884E-154C-25497E2AF07C}"/>
              </a:ext>
            </a:extLst>
          </p:cNvPr>
          <p:cNvSpPr>
            <a:spLocks noGrp="1"/>
          </p:cNvSpPr>
          <p:nvPr>
            <p:ph type="title"/>
          </p:nvPr>
        </p:nvSpPr>
        <p:spPr>
          <a:xfrm>
            <a:off x="1156851" y="637762"/>
            <a:ext cx="9888496" cy="900131"/>
          </a:xfrm>
        </p:spPr>
        <p:txBody>
          <a:bodyPr anchor="t">
            <a:normAutofit/>
          </a:bodyPr>
          <a:lstStyle/>
          <a:p>
            <a:r>
              <a:rPr lang="en-IN" sz="4000" b="1" dirty="0">
                <a:solidFill>
                  <a:schemeClr val="bg1"/>
                </a:solidFill>
              </a:rPr>
              <a:t>Challenges in Computer Forensics</a:t>
            </a:r>
            <a:endParaRPr lang="en-IN" sz="4000" dirty="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BC33962-F6CE-154E-CDA2-DA2BFB58A808}"/>
              </a:ext>
            </a:extLst>
          </p:cNvPr>
          <p:cNvSpPr>
            <a:spLocks noGrp="1"/>
          </p:cNvSpPr>
          <p:nvPr>
            <p:ph idx="1"/>
          </p:nvPr>
        </p:nvSpPr>
        <p:spPr>
          <a:xfrm>
            <a:off x="1155548" y="2217343"/>
            <a:ext cx="9880893" cy="3959619"/>
          </a:xfrm>
        </p:spPr>
        <p:txBody>
          <a:bodyPr>
            <a:normAutofit/>
          </a:bodyPr>
          <a:lstStyle/>
          <a:p>
            <a:pPr marL="0" indent="0">
              <a:buNone/>
            </a:pPr>
            <a:r>
              <a:rPr lang="en-IN" sz="1500" b="1" dirty="0"/>
              <a:t>1. Technical Challenges</a:t>
            </a:r>
            <a:endParaRPr lang="en-IN" sz="1500" dirty="0"/>
          </a:p>
          <a:p>
            <a:pPr lvl="0"/>
            <a:r>
              <a:rPr lang="en-IN" sz="1500" b="1" dirty="0"/>
              <a:t>Data Volume and Complexity</a:t>
            </a:r>
            <a:r>
              <a:rPr lang="en-IN" sz="1500" dirty="0"/>
              <a:t>: The sheer volume of data generated by modern devices poses significant challenges for forensic investigators. Identifying relevant information within vast datasets can be daunting, requiring advanced techniques such as data carving and machine learning to extract pertinent evidence efficiently.</a:t>
            </a:r>
          </a:p>
          <a:p>
            <a:pPr lvl="0"/>
            <a:r>
              <a:rPr lang="en-IN" sz="1500" b="1" dirty="0"/>
              <a:t>Data Encryption</a:t>
            </a:r>
            <a:r>
              <a:rPr lang="en-IN" sz="1500" dirty="0"/>
              <a:t>: Many cybercriminals use encryption to protect their data, making it difficult for forensic experts to access and </a:t>
            </a:r>
            <a:r>
              <a:rPr lang="en-IN" sz="1500" dirty="0" err="1"/>
              <a:t>analyze</a:t>
            </a:r>
            <a:r>
              <a:rPr lang="en-IN" sz="1500" dirty="0"/>
              <a:t> relevant information. Specialized decryption tools may be necessary, and even then, access is not guaranteed.</a:t>
            </a:r>
          </a:p>
          <a:p>
            <a:pPr lvl="0"/>
            <a:r>
              <a:rPr lang="en-IN" sz="1500" b="1" dirty="0"/>
              <a:t>Anti-Forensics Techniques</a:t>
            </a:r>
            <a:r>
              <a:rPr lang="en-IN" sz="1500" dirty="0"/>
              <a:t>: Criminals often employ anti-forensics methods to hinder investigations, such as data wiping, steganography, and file renaming to evade detection. These techniques complicate the recovery of digital evidence and require forensic experts to stay updated on the latest countermeasures.</a:t>
            </a:r>
          </a:p>
          <a:p>
            <a:pPr lvl="0"/>
            <a:r>
              <a:rPr lang="en-IN" sz="1500" b="1" dirty="0"/>
              <a:t>Real-Time Data Analysis</a:t>
            </a:r>
            <a:r>
              <a:rPr lang="en-IN" sz="1500" dirty="0"/>
              <a:t>: Investigators must often </a:t>
            </a:r>
            <a:r>
              <a:rPr lang="en-IN" sz="1500" dirty="0" err="1"/>
              <a:t>analyze</a:t>
            </a:r>
            <a:r>
              <a:rPr lang="en-IN" sz="1500" dirty="0"/>
              <a:t> data in real-time, especially in cases involving network forensics. Current forensic tools may struggle to capture and </a:t>
            </a:r>
            <a:r>
              <a:rPr lang="en-IN" sz="1500" dirty="0" err="1"/>
              <a:t>analyze</a:t>
            </a:r>
            <a:r>
              <a:rPr lang="en-IN" sz="1500" dirty="0"/>
              <a:t> large volumes of data as it flows through networks, necessitating the development of new methodologies.</a:t>
            </a:r>
          </a:p>
          <a:p>
            <a:endParaRPr lang="en-IN" sz="1500" dirty="0"/>
          </a:p>
        </p:txBody>
      </p:sp>
    </p:spTree>
    <p:extLst>
      <p:ext uri="{BB962C8B-B14F-4D97-AF65-F5344CB8AC3E}">
        <p14:creationId xmlns:p14="http://schemas.microsoft.com/office/powerpoint/2010/main" val="32266746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124D05-4C34-A8DE-E660-482DADDD389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CCC77AC-8D3A-558E-6F56-C0F2F86B56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C189CE-7B03-6257-4047-FEE95631F6D1}"/>
              </a:ext>
            </a:extLst>
          </p:cNvPr>
          <p:cNvSpPr>
            <a:spLocks noGrp="1"/>
          </p:cNvSpPr>
          <p:nvPr>
            <p:ph type="title"/>
          </p:nvPr>
        </p:nvSpPr>
        <p:spPr>
          <a:xfrm>
            <a:off x="1156851" y="637762"/>
            <a:ext cx="9888496" cy="900131"/>
          </a:xfrm>
        </p:spPr>
        <p:txBody>
          <a:bodyPr anchor="t">
            <a:normAutofit/>
          </a:bodyPr>
          <a:lstStyle/>
          <a:p>
            <a:r>
              <a:rPr lang="en-IN" sz="4000" b="1" dirty="0">
                <a:solidFill>
                  <a:schemeClr val="bg1"/>
                </a:solidFill>
              </a:rPr>
              <a:t>Challenges in Computer Forensics</a:t>
            </a:r>
            <a:endParaRPr lang="en-IN" sz="4000" dirty="0">
              <a:solidFill>
                <a:schemeClr val="bg1"/>
              </a:solidFill>
            </a:endParaRPr>
          </a:p>
        </p:txBody>
      </p:sp>
      <p:sp>
        <p:nvSpPr>
          <p:cNvPr id="10" name="Rectangle 9">
            <a:extLst>
              <a:ext uri="{FF2B5EF4-FFF2-40B4-BE49-F238E27FC236}">
                <a16:creationId xmlns:a16="http://schemas.microsoft.com/office/drawing/2014/main" id="{9C427E4B-7425-C647-7DC5-208DCDC52C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9BDDEE5-DF75-38F8-4403-9F04B91FB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A02AE1C-F106-E48B-1FA5-DA1E558954B3}"/>
              </a:ext>
            </a:extLst>
          </p:cNvPr>
          <p:cNvSpPr>
            <a:spLocks noGrp="1"/>
          </p:cNvSpPr>
          <p:nvPr>
            <p:ph idx="1"/>
          </p:nvPr>
        </p:nvSpPr>
        <p:spPr>
          <a:xfrm>
            <a:off x="1155548" y="2217343"/>
            <a:ext cx="9880893" cy="3959619"/>
          </a:xfrm>
        </p:spPr>
        <p:txBody>
          <a:bodyPr>
            <a:normAutofit/>
          </a:bodyPr>
          <a:lstStyle/>
          <a:p>
            <a:pPr marL="0" indent="0">
              <a:buNone/>
            </a:pPr>
            <a:r>
              <a:rPr lang="en-IN" sz="1500" b="1" dirty="0"/>
              <a:t>1. </a:t>
            </a:r>
            <a:r>
              <a:rPr lang="en-IN" sz="1600" b="1" dirty="0">
                <a:effectLst/>
                <a:latin typeface="Calibri" panose="020F0502020204030204" pitchFamily="34" charset="0"/>
                <a:ea typeface="Calibri" panose="020F0502020204030204" pitchFamily="34" charset="0"/>
                <a:cs typeface="Mangal" panose="02040503050203030202" pitchFamily="18" charset="0"/>
              </a:rPr>
              <a:t>Legal Challenges</a:t>
            </a:r>
            <a:endParaRPr lang="en-IN" sz="1500" dirty="0"/>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Calibri" panose="020F0502020204030204" pitchFamily="34" charset="0"/>
                <a:ea typeface="Calibri" panose="020F0502020204030204" pitchFamily="34" charset="0"/>
                <a:cs typeface="Mangal" panose="02040503050203030202" pitchFamily="18" charset="0"/>
              </a:rPr>
              <a:t>Jurisdictional Issues</a:t>
            </a:r>
            <a:r>
              <a:rPr lang="en-IN" sz="1600" kern="100" dirty="0">
                <a:effectLst/>
                <a:latin typeface="Calibri" panose="020F0502020204030204" pitchFamily="34" charset="0"/>
                <a:ea typeface="Calibri" panose="020F0502020204030204" pitchFamily="34" charset="0"/>
                <a:cs typeface="Mangal" panose="02040503050203030202" pitchFamily="18" charset="0"/>
              </a:rPr>
              <a:t>: Digital evidence can span multiple jurisdictions, complicating the legal landscape. Determining which laws apply and which authorities have the right to seize and </a:t>
            </a:r>
            <a:r>
              <a:rPr lang="en-IN" sz="1600" kern="100" dirty="0" err="1">
                <a:effectLst/>
                <a:latin typeface="Calibri" panose="020F0502020204030204" pitchFamily="34" charset="0"/>
                <a:ea typeface="Calibri" panose="020F0502020204030204" pitchFamily="34" charset="0"/>
                <a:cs typeface="Mangal" panose="02040503050203030202" pitchFamily="18" charset="0"/>
              </a:rPr>
              <a:t>analyze</a:t>
            </a:r>
            <a:r>
              <a:rPr lang="en-IN" sz="1600" kern="100" dirty="0">
                <a:effectLst/>
                <a:latin typeface="Calibri" panose="020F0502020204030204" pitchFamily="34" charset="0"/>
                <a:ea typeface="Calibri" panose="020F0502020204030204" pitchFamily="34" charset="0"/>
                <a:cs typeface="Mangal" panose="02040503050203030202" pitchFamily="18" charset="0"/>
              </a:rPr>
              <a:t> data can be challenging, especially in cross-border investigations.</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Calibri" panose="020F0502020204030204" pitchFamily="34" charset="0"/>
                <a:ea typeface="Calibri" panose="020F0502020204030204" pitchFamily="34" charset="0"/>
                <a:cs typeface="Mangal" panose="02040503050203030202" pitchFamily="18" charset="0"/>
              </a:rPr>
              <a:t>Privacy Concerns</a:t>
            </a:r>
            <a:r>
              <a:rPr lang="en-IN" sz="1600" kern="100" dirty="0">
                <a:effectLst/>
                <a:latin typeface="Calibri" panose="020F0502020204030204" pitchFamily="34" charset="0"/>
                <a:ea typeface="Calibri" panose="020F0502020204030204" pitchFamily="34" charset="0"/>
                <a:cs typeface="Mangal" panose="02040503050203030202" pitchFamily="18" charset="0"/>
              </a:rPr>
              <a:t>: The collection of digital evidence often raises privacy issues. Investigators must navigate the delicate balance between thorough investigations and respecting individuals' rights to privacy, which can lead to legal complications if not handled properly.</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Calibri" panose="020F0502020204030204" pitchFamily="34" charset="0"/>
                <a:ea typeface="Calibri" panose="020F0502020204030204" pitchFamily="34" charset="0"/>
                <a:cs typeface="Mangal" panose="02040503050203030202" pitchFamily="18" charset="0"/>
              </a:rPr>
              <a:t>Data Authenticity and Admissibility</a:t>
            </a:r>
            <a:r>
              <a:rPr lang="en-IN" sz="1600" kern="100" dirty="0">
                <a:effectLst/>
                <a:latin typeface="Calibri" panose="020F0502020204030204" pitchFamily="34" charset="0"/>
                <a:ea typeface="Calibri" panose="020F0502020204030204" pitchFamily="34" charset="0"/>
                <a:cs typeface="Mangal" panose="02040503050203030202" pitchFamily="18" charset="0"/>
              </a:rPr>
              <a:t>: Unlike physical evidence, digital evidence can be easily altered or manipulated. Maintaining a strict chain of custody is essential to ensure that evidence remains admissible in court. Any lapses in this process can lead to challenges regarding the integrity of the evidence presented.</a:t>
            </a:r>
          </a:p>
          <a:p>
            <a:endParaRPr lang="en-IN" sz="1500" dirty="0"/>
          </a:p>
        </p:txBody>
      </p:sp>
    </p:spTree>
    <p:extLst>
      <p:ext uri="{BB962C8B-B14F-4D97-AF65-F5344CB8AC3E}">
        <p14:creationId xmlns:p14="http://schemas.microsoft.com/office/powerpoint/2010/main" val="30777564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F0E25F-30CD-4AE4-E3D9-F8D4C4C7954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5D389887-3EF8-4FAE-7D2F-0A433C44BF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684A7E-6C75-A8B7-0766-5B373CED6040}"/>
              </a:ext>
            </a:extLst>
          </p:cNvPr>
          <p:cNvSpPr>
            <a:spLocks noGrp="1"/>
          </p:cNvSpPr>
          <p:nvPr>
            <p:ph type="title"/>
          </p:nvPr>
        </p:nvSpPr>
        <p:spPr>
          <a:xfrm>
            <a:off x="1156851" y="637762"/>
            <a:ext cx="9888496" cy="900131"/>
          </a:xfrm>
        </p:spPr>
        <p:txBody>
          <a:bodyPr anchor="t">
            <a:normAutofit/>
          </a:bodyPr>
          <a:lstStyle/>
          <a:p>
            <a:r>
              <a:rPr lang="en-IN" sz="4000" b="1" dirty="0">
                <a:solidFill>
                  <a:schemeClr val="bg1"/>
                </a:solidFill>
              </a:rPr>
              <a:t>Challenges in Computer Forensics</a:t>
            </a:r>
            <a:endParaRPr lang="en-IN" sz="4000" dirty="0">
              <a:solidFill>
                <a:schemeClr val="bg1"/>
              </a:solidFill>
            </a:endParaRPr>
          </a:p>
        </p:txBody>
      </p:sp>
      <p:sp>
        <p:nvSpPr>
          <p:cNvPr id="10" name="Rectangle 9">
            <a:extLst>
              <a:ext uri="{FF2B5EF4-FFF2-40B4-BE49-F238E27FC236}">
                <a16:creationId xmlns:a16="http://schemas.microsoft.com/office/drawing/2014/main" id="{DA0E7793-0F6C-1B53-B1B6-48CB748290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00EC047-DD92-413B-1EF7-E0962985B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C954BFC-1A16-2CFE-DF46-5BCED72BC43F}"/>
              </a:ext>
            </a:extLst>
          </p:cNvPr>
          <p:cNvSpPr>
            <a:spLocks noGrp="1"/>
          </p:cNvSpPr>
          <p:nvPr>
            <p:ph idx="1"/>
          </p:nvPr>
        </p:nvSpPr>
        <p:spPr>
          <a:xfrm>
            <a:off x="1155548" y="2217343"/>
            <a:ext cx="9880893" cy="3959619"/>
          </a:xfrm>
        </p:spPr>
        <p:txBody>
          <a:bodyPr>
            <a:normAutofit/>
          </a:bodyPr>
          <a:lstStyle/>
          <a:p>
            <a:pPr marL="0" indent="0">
              <a:buNone/>
            </a:pPr>
            <a:r>
              <a:rPr lang="en-IN" sz="1500" b="1" dirty="0"/>
              <a:t>1. </a:t>
            </a:r>
            <a:r>
              <a:rPr lang="en-IN" sz="1600" b="1" dirty="0">
                <a:effectLst/>
                <a:latin typeface="Calibri" panose="020F0502020204030204" pitchFamily="34" charset="0"/>
                <a:ea typeface="Calibri" panose="020F0502020204030204" pitchFamily="34" charset="0"/>
                <a:cs typeface="Mangal" panose="02040503050203030202" pitchFamily="18" charset="0"/>
              </a:rPr>
              <a:t>Resource Challenges</a:t>
            </a:r>
            <a:endParaRPr lang="en-IN" sz="1500" dirty="0"/>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Calibri" panose="020F0502020204030204" pitchFamily="34" charset="0"/>
                <a:ea typeface="Calibri" panose="020F0502020204030204" pitchFamily="34" charset="0"/>
                <a:cs typeface="Mangal" panose="02040503050203030202" pitchFamily="18" charset="0"/>
              </a:rPr>
              <a:t>Skill Shortages</a:t>
            </a:r>
            <a:r>
              <a:rPr lang="en-IN" sz="1600" kern="100" dirty="0">
                <a:effectLst/>
                <a:latin typeface="Calibri" panose="020F0502020204030204" pitchFamily="34" charset="0"/>
                <a:ea typeface="Calibri" panose="020F0502020204030204" pitchFamily="34" charset="0"/>
                <a:cs typeface="Mangal" panose="02040503050203030202" pitchFamily="18" charset="0"/>
              </a:rPr>
              <a:t>: There is a growing demand for skilled professionals in the field of computer forensics. However, the rapid evolution of technology often outpaces the training available to forensic investigators, leading to a skills gap that can hinder effective investigations.</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Calibri" panose="020F0502020204030204" pitchFamily="34" charset="0"/>
                <a:ea typeface="Calibri" panose="020F0502020204030204" pitchFamily="34" charset="0"/>
                <a:cs typeface="Mangal" panose="02040503050203030202" pitchFamily="18" charset="0"/>
              </a:rPr>
              <a:t>Time Constraints</a:t>
            </a:r>
            <a:r>
              <a:rPr lang="en-IN" sz="1600" kern="100" dirty="0">
                <a:effectLst/>
                <a:latin typeface="Calibri" panose="020F0502020204030204" pitchFamily="34" charset="0"/>
                <a:ea typeface="Calibri" panose="020F0502020204030204" pitchFamily="34" charset="0"/>
                <a:cs typeface="Mangal" panose="02040503050203030202" pitchFamily="18" charset="0"/>
              </a:rPr>
              <a:t>: Investigating cybercrimes can be time-consuming, especially when dealing with large volumes of data or complex cases. Delays in investigations can impact the ability to gather evidence before it is lost or altered, potentially affecting case outcomes.</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kern="100" dirty="0">
                <a:effectLst/>
                <a:latin typeface="Calibri" panose="020F0502020204030204" pitchFamily="34" charset="0"/>
                <a:ea typeface="Calibri" panose="020F0502020204030204" pitchFamily="34" charset="0"/>
                <a:cs typeface="Mangal" panose="02040503050203030202" pitchFamily="18" charset="0"/>
              </a:rPr>
              <a:t>Cost of Tools and Resources</a:t>
            </a:r>
            <a:r>
              <a:rPr lang="en-IN" sz="1600" kern="100" dirty="0">
                <a:effectLst/>
                <a:latin typeface="Calibri" panose="020F0502020204030204" pitchFamily="34" charset="0"/>
                <a:ea typeface="Calibri" panose="020F0502020204030204" pitchFamily="34" charset="0"/>
                <a:cs typeface="Mangal" panose="02040503050203030202" pitchFamily="18" charset="0"/>
              </a:rPr>
              <a:t>: High-quality forensic tools and software can be expensive, and not all organizations have the budget to invest in the latest technologies. This can limit the effectiveness of forensic investigations, particularly for smaller law enforcement agencies or organizations</a:t>
            </a:r>
          </a:p>
          <a:p>
            <a:pPr algn="just"/>
            <a:endParaRPr lang="en-IN" sz="1500" dirty="0"/>
          </a:p>
        </p:txBody>
      </p:sp>
    </p:spTree>
    <p:extLst>
      <p:ext uri="{BB962C8B-B14F-4D97-AF65-F5344CB8AC3E}">
        <p14:creationId xmlns:p14="http://schemas.microsoft.com/office/powerpoint/2010/main" val="3927930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B295DA-21EB-1CAC-85CA-717C5AECE41B}"/>
              </a:ext>
            </a:extLst>
          </p:cNvPr>
          <p:cNvSpPr>
            <a:spLocks noGrp="1"/>
          </p:cNvSpPr>
          <p:nvPr>
            <p:ph type="title"/>
          </p:nvPr>
        </p:nvSpPr>
        <p:spPr>
          <a:xfrm>
            <a:off x="1156851" y="637762"/>
            <a:ext cx="9888496" cy="900131"/>
          </a:xfrm>
        </p:spPr>
        <p:txBody>
          <a:bodyPr anchor="t">
            <a:normAutofit/>
          </a:bodyPr>
          <a:lstStyle/>
          <a:p>
            <a:r>
              <a:rPr lang="en-IN" sz="4000" dirty="0">
                <a:solidFill>
                  <a:schemeClr val="bg1"/>
                </a:solidFill>
              </a:rPr>
              <a:t>Rules of Digital Evidence</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806E116-B329-3F41-C30E-331723088B3B}"/>
              </a:ext>
            </a:extLst>
          </p:cNvPr>
          <p:cNvSpPr>
            <a:spLocks noGrp="1"/>
          </p:cNvSpPr>
          <p:nvPr>
            <p:ph idx="1"/>
          </p:nvPr>
        </p:nvSpPr>
        <p:spPr>
          <a:xfrm>
            <a:off x="1155548" y="2217343"/>
            <a:ext cx="9880893" cy="3959619"/>
          </a:xfrm>
        </p:spPr>
        <p:txBody>
          <a:bodyPr>
            <a:normAutofit/>
          </a:bodyPr>
          <a:lstStyle/>
          <a:p>
            <a:pPr lvl="0"/>
            <a:r>
              <a:rPr lang="en-IN" sz="1500" b="1" dirty="0"/>
              <a:t>Admissibility</a:t>
            </a:r>
            <a:r>
              <a:rPr lang="en-IN" sz="1500" dirty="0"/>
              <a:t> – Evidence must be legally obtained and relevant to the case. </a:t>
            </a:r>
          </a:p>
          <a:p>
            <a:pPr lvl="0"/>
            <a:r>
              <a:rPr lang="en-IN" sz="1500" b="1" dirty="0"/>
              <a:t>Authenticity</a:t>
            </a:r>
            <a:r>
              <a:rPr lang="en-IN" sz="1500" dirty="0"/>
              <a:t> – Prove that the evidence is genuine and has not been altered. </a:t>
            </a:r>
          </a:p>
          <a:p>
            <a:pPr lvl="0"/>
            <a:r>
              <a:rPr lang="en-IN" sz="1500" b="1" dirty="0"/>
              <a:t>Integrity</a:t>
            </a:r>
            <a:r>
              <a:rPr lang="en-IN" sz="1500" dirty="0"/>
              <a:t> – Maintain the original evidence without modification. </a:t>
            </a:r>
          </a:p>
          <a:p>
            <a:pPr lvl="0"/>
            <a:r>
              <a:rPr lang="en-IN" sz="1500" b="1" dirty="0"/>
              <a:t>Chain of Custody</a:t>
            </a:r>
            <a:r>
              <a:rPr lang="en-IN" sz="1500" dirty="0"/>
              <a:t> – Record every person who collects, handles, transfers, or examines the evidence. </a:t>
            </a:r>
          </a:p>
          <a:p>
            <a:pPr lvl="0"/>
            <a:r>
              <a:rPr lang="en-IN" sz="1500" b="1" dirty="0"/>
              <a:t>Proper Collection</a:t>
            </a:r>
            <a:r>
              <a:rPr lang="en-IN" sz="1500" dirty="0"/>
              <a:t> – Use approved forensic tools and procedures while acquiring evidence. </a:t>
            </a:r>
          </a:p>
          <a:p>
            <a:pPr lvl="0"/>
            <a:r>
              <a:rPr lang="en-IN" sz="1500" b="1" dirty="0"/>
              <a:t>Preservation</a:t>
            </a:r>
            <a:r>
              <a:rPr lang="en-IN" sz="1500" dirty="0"/>
              <a:t> – Protect evidence from accidental or intentional alteration, damage, or deletion. </a:t>
            </a:r>
          </a:p>
          <a:p>
            <a:pPr lvl="0"/>
            <a:r>
              <a:rPr lang="en-IN" sz="1500" b="1" dirty="0"/>
              <a:t>Documentation</a:t>
            </a:r>
            <a:r>
              <a:rPr lang="en-IN" sz="1500" dirty="0"/>
              <a:t> – Maintain complete records of the collection, analysis, and handling process. </a:t>
            </a:r>
          </a:p>
          <a:p>
            <a:pPr lvl="0"/>
            <a:r>
              <a:rPr lang="en-IN" sz="1500" b="1" dirty="0"/>
              <a:t>Repeatability</a:t>
            </a:r>
            <a:r>
              <a:rPr lang="en-IN" sz="1500" dirty="0"/>
              <a:t> – Forensic examination should be reproducible and produce consistent results. </a:t>
            </a:r>
          </a:p>
          <a:p>
            <a:pPr lvl="0"/>
            <a:r>
              <a:rPr lang="en-IN" sz="1500" b="1" dirty="0"/>
              <a:t>Use of Original/Forensic Copy</a:t>
            </a:r>
            <a:r>
              <a:rPr lang="en-IN" sz="1500" dirty="0"/>
              <a:t> – Preserve the original device or data and perform analysis on a verified forensic copy whenever possible. </a:t>
            </a:r>
          </a:p>
          <a:p>
            <a:pPr lvl="0"/>
            <a:r>
              <a:rPr lang="en-IN" sz="1500" b="1" dirty="0"/>
              <a:t>Confidentiality &amp; Privacy</a:t>
            </a:r>
            <a:r>
              <a:rPr lang="en-IN" sz="1500" dirty="0"/>
              <a:t> – Protect sensitive personal and organizational information during investigation.</a:t>
            </a:r>
          </a:p>
          <a:p>
            <a:endParaRPr lang="en-IN" sz="1500" dirty="0"/>
          </a:p>
        </p:txBody>
      </p:sp>
    </p:spTree>
    <p:extLst>
      <p:ext uri="{BB962C8B-B14F-4D97-AF65-F5344CB8AC3E}">
        <p14:creationId xmlns:p14="http://schemas.microsoft.com/office/powerpoint/2010/main" val="35828818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692784-F348-D20C-DAF4-2BB41C7961C6}"/>
              </a:ext>
            </a:extLst>
          </p:cNvPr>
          <p:cNvSpPr>
            <a:spLocks noGrp="1"/>
          </p:cNvSpPr>
          <p:nvPr>
            <p:ph type="title"/>
          </p:nvPr>
        </p:nvSpPr>
        <p:spPr>
          <a:xfrm>
            <a:off x="1156851" y="637762"/>
            <a:ext cx="9888496" cy="900131"/>
          </a:xfrm>
        </p:spPr>
        <p:txBody>
          <a:bodyPr anchor="t">
            <a:normAutofit/>
          </a:bodyPr>
          <a:lstStyle/>
          <a:p>
            <a:r>
              <a:rPr lang="en-IN" sz="4000">
                <a:solidFill>
                  <a:schemeClr val="bg1"/>
                </a:solidFill>
              </a:rPr>
              <a:t>Example of Digital Evidence</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F208C20-5C4C-0970-8EA8-0F9B314AA401}"/>
              </a:ext>
            </a:extLst>
          </p:cNvPr>
          <p:cNvSpPr>
            <a:spLocks noGrp="1"/>
          </p:cNvSpPr>
          <p:nvPr>
            <p:ph idx="1"/>
          </p:nvPr>
        </p:nvSpPr>
        <p:spPr>
          <a:xfrm>
            <a:off x="1155548" y="2217343"/>
            <a:ext cx="9880893" cy="3959619"/>
          </a:xfrm>
        </p:spPr>
        <p:txBody>
          <a:bodyPr>
            <a:normAutofit/>
          </a:bodyPr>
          <a:lstStyle/>
          <a:p>
            <a:pPr marL="0" indent="0">
              <a:buNone/>
            </a:pPr>
            <a:r>
              <a:rPr lang="en-IN" sz="1500" b="1" dirty="0"/>
              <a:t>Cybercrime Investigation:</a:t>
            </a:r>
            <a:endParaRPr lang="en-IN" sz="1500" dirty="0"/>
          </a:p>
          <a:p>
            <a:r>
              <a:rPr lang="en-IN" sz="1500" dirty="0"/>
              <a:t>A suspect sends a fraudulent email to a victim.</a:t>
            </a:r>
          </a:p>
          <a:p>
            <a:r>
              <a:rPr lang="en-IN" sz="1500" dirty="0"/>
              <a:t>Digital evidence may include:</a:t>
            </a:r>
          </a:p>
          <a:p>
            <a:pPr lvl="0"/>
            <a:r>
              <a:rPr lang="en-IN" sz="1500" dirty="0"/>
              <a:t>Email content and </a:t>
            </a:r>
            <a:r>
              <a:rPr lang="en-IN" sz="1500" b="1" dirty="0"/>
              <a:t>metadata</a:t>
            </a:r>
            <a:r>
              <a:rPr lang="en-IN" sz="1500" dirty="0"/>
              <a:t> </a:t>
            </a:r>
          </a:p>
          <a:p>
            <a:pPr lvl="0"/>
            <a:r>
              <a:rPr lang="en-IN" sz="1500" dirty="0"/>
              <a:t>Sender's </a:t>
            </a:r>
            <a:r>
              <a:rPr lang="en-IN" sz="1500" b="1" dirty="0"/>
              <a:t>IP address</a:t>
            </a:r>
            <a:r>
              <a:rPr lang="en-IN" sz="1500" dirty="0"/>
              <a:t> </a:t>
            </a:r>
          </a:p>
          <a:p>
            <a:pPr lvl="0"/>
            <a:r>
              <a:rPr lang="en-IN" sz="1500" dirty="0"/>
              <a:t>Browser history </a:t>
            </a:r>
          </a:p>
          <a:p>
            <a:pPr lvl="0"/>
            <a:r>
              <a:rPr lang="en-IN" sz="1500" dirty="0"/>
              <a:t>Login records </a:t>
            </a:r>
          </a:p>
          <a:p>
            <a:pPr lvl="0"/>
            <a:r>
              <a:rPr lang="en-IN" sz="1500" dirty="0"/>
              <a:t>Deleted files </a:t>
            </a:r>
          </a:p>
          <a:p>
            <a:pPr lvl="0"/>
            <a:r>
              <a:rPr lang="en-IN" sz="1500" dirty="0"/>
              <a:t>Chat messages </a:t>
            </a:r>
          </a:p>
          <a:p>
            <a:pPr lvl="0"/>
            <a:r>
              <a:rPr lang="en-IN" sz="1500" dirty="0"/>
              <a:t>Server/network logs </a:t>
            </a:r>
          </a:p>
          <a:p>
            <a:r>
              <a:rPr lang="en-IN" sz="1500" b="1" dirty="0"/>
              <a:t>Forensic analysis:</a:t>
            </a:r>
            <a:r>
              <a:rPr lang="en-IN" sz="1500" dirty="0"/>
              <a:t> These sources can be correlated to establish the </a:t>
            </a:r>
            <a:r>
              <a:rPr lang="en-IN" sz="1500" b="1" dirty="0"/>
              <a:t>timeline, activity, and potential source of the attack</a:t>
            </a:r>
            <a:r>
              <a:rPr lang="en-IN" sz="1500" dirty="0"/>
              <a:t>.</a:t>
            </a:r>
          </a:p>
          <a:p>
            <a:pPr marL="0" indent="0">
              <a:buNone/>
            </a:pPr>
            <a:endParaRPr lang="en-IN" sz="1500" b="1" dirty="0"/>
          </a:p>
        </p:txBody>
      </p:sp>
    </p:spTree>
    <p:extLst>
      <p:ext uri="{BB962C8B-B14F-4D97-AF65-F5344CB8AC3E}">
        <p14:creationId xmlns:p14="http://schemas.microsoft.com/office/powerpoint/2010/main" val="34233574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3B18A3-3CAA-CFB8-BA1C-6B55862201F8}"/>
              </a:ext>
            </a:extLst>
          </p:cNvPr>
          <p:cNvSpPr>
            <a:spLocks noGrp="1"/>
          </p:cNvSpPr>
          <p:nvPr>
            <p:ph type="title"/>
          </p:nvPr>
        </p:nvSpPr>
        <p:spPr>
          <a:xfrm>
            <a:off x="1371599" y="294538"/>
            <a:ext cx="9895951" cy="1033669"/>
          </a:xfrm>
        </p:spPr>
        <p:txBody>
          <a:bodyPr>
            <a:normAutofit/>
          </a:bodyPr>
          <a:lstStyle/>
          <a:p>
            <a:endParaRPr lang="en-IN" sz="4000">
              <a:solidFill>
                <a:srgbClr val="FFFFFF"/>
              </a:solidFill>
            </a:endParaRPr>
          </a:p>
        </p:txBody>
      </p:sp>
      <p:sp>
        <p:nvSpPr>
          <p:cNvPr id="3" name="Content Placeholder 2">
            <a:extLst>
              <a:ext uri="{FF2B5EF4-FFF2-40B4-BE49-F238E27FC236}">
                <a16:creationId xmlns:a16="http://schemas.microsoft.com/office/drawing/2014/main" id="{0A437763-DA10-1281-8017-326FC929FE67}"/>
              </a:ext>
            </a:extLst>
          </p:cNvPr>
          <p:cNvSpPr>
            <a:spLocks noGrp="1"/>
          </p:cNvSpPr>
          <p:nvPr>
            <p:ph idx="1"/>
          </p:nvPr>
        </p:nvSpPr>
        <p:spPr>
          <a:xfrm>
            <a:off x="960119" y="1802983"/>
            <a:ext cx="9724031" cy="2576993"/>
          </a:xfrm>
        </p:spPr>
        <p:txBody>
          <a:bodyPr anchor="ctr">
            <a:normAutofit/>
          </a:bodyPr>
          <a:lstStyle/>
          <a:p>
            <a:pPr marL="0" indent="0">
              <a:buNone/>
            </a:pPr>
            <a:r>
              <a:rPr lang="en-IN" sz="2000" dirty="0"/>
              <a:t>Digital evidence is valuable only when its authenticity, integrity, legality, and chain of custody can be demonstrated</a:t>
            </a:r>
          </a:p>
          <a:p>
            <a:pPr marL="0" indent="0">
              <a:buNone/>
            </a:pPr>
            <a:endParaRPr lang="en-IN" sz="2000" dirty="0"/>
          </a:p>
          <a:p>
            <a:pPr marL="0" indent="0">
              <a:buNone/>
            </a:pPr>
            <a:r>
              <a:rPr lang="en-IN" sz="2000" b="1" dirty="0"/>
              <a:t>Digital Forensics = Collect + Preserve + </a:t>
            </a:r>
            <a:r>
              <a:rPr lang="en-IN" sz="2000" b="1" dirty="0" err="1"/>
              <a:t>Analyze</a:t>
            </a:r>
            <a:r>
              <a:rPr lang="en-IN" sz="2000" b="1" dirty="0"/>
              <a:t> + Verify + Present</a:t>
            </a:r>
          </a:p>
        </p:txBody>
      </p:sp>
    </p:spTree>
    <p:extLst>
      <p:ext uri="{BB962C8B-B14F-4D97-AF65-F5344CB8AC3E}">
        <p14:creationId xmlns:p14="http://schemas.microsoft.com/office/powerpoint/2010/main" val="29248004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AA3A9B-4F23-CE5D-2E47-71F61790980E}"/>
              </a:ext>
            </a:extLst>
          </p:cNvPr>
          <p:cNvSpPr>
            <a:spLocks noGrp="1"/>
          </p:cNvSpPr>
          <p:nvPr>
            <p:ph type="title"/>
          </p:nvPr>
        </p:nvSpPr>
        <p:spPr>
          <a:xfrm>
            <a:off x="1149716" y="499397"/>
            <a:ext cx="5929422" cy="1640180"/>
          </a:xfrm>
        </p:spPr>
        <p:txBody>
          <a:bodyPr anchor="b">
            <a:normAutofit/>
          </a:bodyPr>
          <a:lstStyle/>
          <a:p>
            <a:endParaRPr lang="en-IN" sz="4000"/>
          </a:p>
        </p:txBody>
      </p:sp>
      <p:sp>
        <p:nvSpPr>
          <p:cNvPr id="3" name="Content Placeholder 2">
            <a:extLst>
              <a:ext uri="{FF2B5EF4-FFF2-40B4-BE49-F238E27FC236}">
                <a16:creationId xmlns:a16="http://schemas.microsoft.com/office/drawing/2014/main" id="{ADE10EC0-8C3A-7B1E-757A-D49542018B05}"/>
              </a:ext>
            </a:extLst>
          </p:cNvPr>
          <p:cNvSpPr>
            <a:spLocks noGrp="1"/>
          </p:cNvSpPr>
          <p:nvPr>
            <p:ph idx="1"/>
          </p:nvPr>
        </p:nvSpPr>
        <p:spPr>
          <a:xfrm>
            <a:off x="1149717" y="2423821"/>
            <a:ext cx="5929422" cy="3519780"/>
          </a:xfrm>
        </p:spPr>
        <p:txBody>
          <a:bodyPr>
            <a:normAutofit/>
          </a:bodyPr>
          <a:lstStyle/>
          <a:p>
            <a:pPr marL="0" indent="0">
              <a:buNone/>
            </a:pPr>
            <a:r>
              <a:rPr lang="en-US" sz="8000" b="1" dirty="0">
                <a:solidFill>
                  <a:srgbClr val="FF0000"/>
                </a:solidFill>
              </a:rPr>
              <a:t>Thank you</a:t>
            </a:r>
            <a:endParaRPr lang="en-IN" sz="8000" b="1" dirty="0">
              <a:solidFill>
                <a:srgbClr val="FF0000"/>
              </a:solidFill>
            </a:endParaRPr>
          </a:p>
        </p:txBody>
      </p:sp>
      <p:pic>
        <p:nvPicPr>
          <p:cNvPr id="7" name="Graphic 6" descr="Smiling Face with No Fill">
            <a:extLst>
              <a:ext uri="{FF2B5EF4-FFF2-40B4-BE49-F238E27FC236}">
                <a16:creationId xmlns:a16="http://schemas.microsoft.com/office/drawing/2014/main" id="{9727B563-5E61-E861-A5DB-220EDA30CB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45506" y="1492624"/>
            <a:ext cx="3765176" cy="3765176"/>
          </a:xfrm>
          <a:prstGeom prst="rect">
            <a:avLst/>
          </a:prstGeom>
        </p:spPr>
      </p:pic>
      <p:sp>
        <p:nvSpPr>
          <p:cNvPr id="34" name="Rectangle 33">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598837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TotalTime>
  <Words>2947</Words>
  <Application>Microsoft Office PowerPoint</Application>
  <PresentationFormat>Widescreen</PresentationFormat>
  <Paragraphs>191</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Aptos</vt:lpstr>
      <vt:lpstr>Aptos Display</vt:lpstr>
      <vt:lpstr>Arial</vt:lpstr>
      <vt:lpstr>Calibri</vt:lpstr>
      <vt:lpstr>Symbol</vt:lpstr>
      <vt:lpstr>Office Theme</vt:lpstr>
      <vt:lpstr>Digital Forensics</vt:lpstr>
      <vt:lpstr>PowerPoint Presentation</vt:lpstr>
      <vt:lpstr>PowerPoint Presentation</vt:lpstr>
      <vt:lpstr>PowerPoint Presentation</vt:lpstr>
      <vt:lpstr>Types of Cyber Forensics </vt:lpstr>
      <vt:lpstr>Process of Cyber Forensics: </vt:lpstr>
      <vt:lpstr>Importance of Cyber Forensics</vt:lpstr>
      <vt:lpstr>Challenges in Cyber Forensics</vt:lpstr>
      <vt:lpstr>Historical background of Cyber forensics</vt:lpstr>
      <vt:lpstr>Digital Forensics Science</vt:lpstr>
      <vt:lpstr>Key Aspects of Digital Forensics Science </vt:lpstr>
      <vt:lpstr>Branches of Digital Forensics Science </vt:lpstr>
      <vt:lpstr>Challenges in Digital Forensics Science </vt:lpstr>
      <vt:lpstr>The Need for Computer Forensics</vt:lpstr>
      <vt:lpstr>PowerPoint Presentation</vt:lpstr>
      <vt:lpstr>Cyber Forensics and Digital evidence</vt:lpstr>
      <vt:lpstr>PowerPoint Presentation</vt:lpstr>
      <vt:lpstr>Importance of Digital Evidence in Cyber Forensics </vt:lpstr>
      <vt:lpstr>Challenges in Digital Evidence Collection </vt:lpstr>
      <vt:lpstr>Digital Forensics Lifecycle </vt:lpstr>
      <vt:lpstr>Preparation and Identification</vt:lpstr>
      <vt:lpstr>Collection and Recording </vt:lpstr>
      <vt:lpstr>Storing and Transporting</vt:lpstr>
      <vt:lpstr>Examination/Investigation</vt:lpstr>
      <vt:lpstr>Analysis, Interpretation, and Attribution</vt:lpstr>
      <vt:lpstr>Reporting </vt:lpstr>
      <vt:lpstr>Testifying</vt:lpstr>
      <vt:lpstr>Challenges in Computer Forensics</vt:lpstr>
      <vt:lpstr>Challenges in Computer Forensics</vt:lpstr>
      <vt:lpstr>Challenges in Computer Forensics</vt:lpstr>
      <vt:lpstr>Rules of Digital Evidence</vt:lpstr>
      <vt:lpstr>Example of Digital Evidence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Vinit kakde</dc:creator>
  <cp:lastModifiedBy>Vinit kakde</cp:lastModifiedBy>
  <cp:revision>7</cp:revision>
  <dcterms:created xsi:type="dcterms:W3CDTF">2026-08-18T10:52:11Z</dcterms:created>
  <dcterms:modified xsi:type="dcterms:W3CDTF">2026-08-19T04:57:57Z</dcterms:modified>
</cp:coreProperties>
</file>